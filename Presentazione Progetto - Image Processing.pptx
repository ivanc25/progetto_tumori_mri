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8" r:id="rId6"/>
    <p:sldId id="260" r:id="rId7"/>
    <p:sldId id="276" r:id="rId8"/>
    <p:sldId id="275" r:id="rId9"/>
    <p:sldId id="262" r:id="rId10"/>
    <p:sldId id="263" r:id="rId11"/>
    <p:sldId id="281" r:id="rId12"/>
    <p:sldId id="282" r:id="rId13"/>
    <p:sldId id="283" r:id="rId14"/>
    <p:sldId id="278" r:id="rId15"/>
    <p:sldId id="264" r:id="rId16"/>
    <p:sldId id="266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99B9"/>
    <a:srgbClr val="98518B"/>
    <a:srgbClr val="6870AB"/>
    <a:srgbClr val="686FAA"/>
    <a:srgbClr val="C44989"/>
    <a:srgbClr val="325D86"/>
    <a:srgbClr val="2C5D84"/>
    <a:srgbClr val="173D6D"/>
    <a:srgbClr val="DB7129"/>
    <a:srgbClr val="257E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DD200-EF4C-4A1B-B933-A7C25CBC917F}" v="286" dt="2025-04-20T19:52:46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>
        <p:scale>
          <a:sx n="66" d="100"/>
          <a:sy n="66" d="100"/>
        </p:scale>
        <p:origin x="1483" y="31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ELLA IVAN GIACOMO" userId="60999289-9d9b-4267-be49-83952bdd2ee4" providerId="ADAL" clId="{D9EDD200-EF4C-4A1B-B933-A7C25CBC917F}"/>
    <pc:docChg chg="undo redo custSel addSld delSld modSld sldOrd">
      <pc:chgData name="COLELLA IVAN GIACOMO" userId="60999289-9d9b-4267-be49-83952bdd2ee4" providerId="ADAL" clId="{D9EDD200-EF4C-4A1B-B933-A7C25CBC917F}" dt="2025-04-20T20:01:15.939" v="5002" actId="1076"/>
      <pc:docMkLst>
        <pc:docMk/>
      </pc:docMkLst>
      <pc:sldChg chg="addSp delSp modSp mod">
        <pc:chgData name="COLELLA IVAN GIACOMO" userId="60999289-9d9b-4267-be49-83952bdd2ee4" providerId="ADAL" clId="{D9EDD200-EF4C-4A1B-B933-A7C25CBC917F}" dt="2025-04-20T01:04:50.950" v="3669" actId="14100"/>
        <pc:sldMkLst>
          <pc:docMk/>
          <pc:sldMk cId="3005926684" sldId="256"/>
        </pc:sldMkLst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005926684" sldId="256"/>
            <ac:spMk id="9" creationId="{E51CD399-6583-FF04-ECFE-9CD3EB417567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005926684" sldId="256"/>
            <ac:spMk id="11" creationId="{FC21658C-C063-782A-515A-370DFB86022E}"/>
          </ac:spMkLst>
        </pc:spChg>
        <pc:spChg chg="mod">
          <ac:chgData name="COLELLA IVAN GIACOMO" userId="60999289-9d9b-4267-be49-83952bdd2ee4" providerId="ADAL" clId="{D9EDD200-EF4C-4A1B-B933-A7C25CBC917F}" dt="2025-04-20T00:11:42.721" v="3560" actId="20577"/>
          <ac:spMkLst>
            <pc:docMk/>
            <pc:sldMk cId="3005926684" sldId="256"/>
            <ac:spMk id="13" creationId="{3087C921-3D55-2223-F765-A5AACA254736}"/>
          </ac:spMkLst>
        </pc:spChg>
        <pc:spChg chg="mod">
          <ac:chgData name="COLELLA IVAN GIACOMO" userId="60999289-9d9b-4267-be49-83952bdd2ee4" providerId="ADAL" clId="{D9EDD200-EF4C-4A1B-B933-A7C25CBC917F}" dt="2025-04-20T00:12:12.356" v="3562" actId="20577"/>
          <ac:spMkLst>
            <pc:docMk/>
            <pc:sldMk cId="3005926684" sldId="256"/>
            <ac:spMk id="15" creationId="{06C3C7FE-6741-6545-0E1E-D70D7924961C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005926684" sldId="256"/>
            <ac:spMk id="17" creationId="{FB89F2A1-B678-8CFC-61CC-F04DABD1E63B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005926684" sldId="256"/>
            <ac:spMk id="35" creationId="{FD0AFDAD-31E1-DE46-3DF6-190ABD623007}"/>
          </ac:spMkLst>
        </pc:spChg>
        <pc:spChg chg="add mod or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005926684" sldId="256"/>
            <ac:spMk id="36" creationId="{0B35C356-1B48-DEA9-810E-BF65EA9EE8CB}"/>
          </ac:spMkLst>
        </pc:spChg>
        <pc:graphicFrameChg chg="mod modGraphic">
          <ac:chgData name="COLELLA IVAN GIACOMO" userId="60999289-9d9b-4267-be49-83952bdd2ee4" providerId="ADAL" clId="{D9EDD200-EF4C-4A1B-B933-A7C25CBC917F}" dt="2025-04-19T23:35:11.226" v="3225" actId="790"/>
          <ac:graphicFrameMkLst>
            <pc:docMk/>
            <pc:sldMk cId="3005926684" sldId="256"/>
            <ac:graphicFrameMk id="20" creationId="{A4E67152-9FF1-1CDE-D749-DEBB4BF3D26F}"/>
          </ac:graphicFrameMkLst>
        </pc:graphicFrameChg>
        <pc:picChg chg="mod modCrop">
          <ac:chgData name="COLELLA IVAN GIACOMO" userId="60999289-9d9b-4267-be49-83952bdd2ee4" providerId="ADAL" clId="{D9EDD200-EF4C-4A1B-B933-A7C25CBC917F}" dt="2025-04-20T01:03:56.256" v="3663" actId="732"/>
          <ac:picMkLst>
            <pc:docMk/>
            <pc:sldMk cId="3005926684" sldId="256"/>
            <ac:picMk id="26" creationId="{C98BD290-1E7F-7CAF-572A-1C1B2D4D3B67}"/>
          </ac:picMkLst>
        </pc:picChg>
        <pc:picChg chg="mod modCrop">
          <ac:chgData name="COLELLA IVAN GIACOMO" userId="60999289-9d9b-4267-be49-83952bdd2ee4" providerId="ADAL" clId="{D9EDD200-EF4C-4A1B-B933-A7C25CBC917F}" dt="2025-04-20T01:04:50.950" v="3669" actId="14100"/>
          <ac:picMkLst>
            <pc:docMk/>
            <pc:sldMk cId="3005926684" sldId="256"/>
            <ac:picMk id="33" creationId="{80B83500-ED4C-C4E0-F09F-153051B40027}"/>
          </ac:picMkLst>
        </pc:picChg>
        <pc:picChg chg="add mod">
          <ac:chgData name="COLELLA IVAN GIACOMO" userId="60999289-9d9b-4267-be49-83952bdd2ee4" providerId="ADAL" clId="{D9EDD200-EF4C-4A1B-B933-A7C25CBC917F}" dt="2025-04-19T17:31:36.131" v="713" actId="1036"/>
          <ac:picMkLst>
            <pc:docMk/>
            <pc:sldMk cId="3005926684" sldId="256"/>
            <ac:picMk id="42" creationId="{CB5F3968-97E6-B0BB-BBF7-3262BC9BA140}"/>
          </ac:picMkLst>
        </pc:picChg>
        <pc:picChg chg="add mod">
          <ac:chgData name="COLELLA IVAN GIACOMO" userId="60999289-9d9b-4267-be49-83952bdd2ee4" providerId="ADAL" clId="{D9EDD200-EF4C-4A1B-B933-A7C25CBC917F}" dt="2025-04-18T20:55:03.039" v="120" actId="1035"/>
          <ac:picMkLst>
            <pc:docMk/>
            <pc:sldMk cId="3005926684" sldId="256"/>
            <ac:picMk id="44" creationId="{4BDB4D0A-CD24-CA10-9AD3-63BC137BA629}"/>
          </ac:picMkLst>
        </pc:picChg>
      </pc:sldChg>
      <pc:sldChg chg="addSp delSp modSp mod modTransition modAnim">
        <pc:chgData name="COLELLA IVAN GIACOMO" userId="60999289-9d9b-4267-be49-83952bdd2ee4" providerId="ADAL" clId="{D9EDD200-EF4C-4A1B-B933-A7C25CBC917F}" dt="2025-04-20T00:13:03.302" v="3589" actId="1038"/>
        <pc:sldMkLst>
          <pc:docMk/>
          <pc:sldMk cId="1130514146" sldId="258"/>
        </pc:sldMkLst>
        <pc:spChg chg="mod">
          <ac:chgData name="COLELLA IVAN GIACOMO" userId="60999289-9d9b-4267-be49-83952bdd2ee4" providerId="ADAL" clId="{D9EDD200-EF4C-4A1B-B933-A7C25CBC917F}" dt="2025-04-20T00:12:52.749" v="3563" actId="1076"/>
          <ac:spMkLst>
            <pc:docMk/>
            <pc:sldMk cId="1130514146" sldId="258"/>
            <ac:spMk id="11" creationId="{77CA7CE5-1D72-52F2-5722-F5212F0D2B40}"/>
          </ac:spMkLst>
        </pc:spChg>
        <pc:spChg chg="mod">
          <ac:chgData name="COLELLA IVAN GIACOMO" userId="60999289-9d9b-4267-be49-83952bdd2ee4" providerId="ADAL" clId="{D9EDD200-EF4C-4A1B-B933-A7C25CBC917F}" dt="2025-04-20T00:12:55.086" v="3564" actId="1076"/>
          <ac:spMkLst>
            <pc:docMk/>
            <pc:sldMk cId="1130514146" sldId="258"/>
            <ac:spMk id="13" creationId="{BC790F8B-6843-AAD9-F456-D9E167F23BED}"/>
          </ac:spMkLst>
        </pc:spChg>
        <pc:spChg chg="mod">
          <ac:chgData name="COLELLA IVAN GIACOMO" userId="60999289-9d9b-4267-be49-83952bdd2ee4" providerId="ADAL" clId="{D9EDD200-EF4C-4A1B-B933-A7C25CBC917F}" dt="2025-04-19T17:40:06.450" v="762" actId="207"/>
          <ac:spMkLst>
            <pc:docMk/>
            <pc:sldMk cId="1130514146" sldId="258"/>
            <ac:spMk id="17" creationId="{19C2BF27-2FD0-767D-0BAD-61461346D0C1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43" creationId="{31743A45-5036-D326-66EF-2A13895B14EE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47" creationId="{03E759D2-7E2E-94B8-9759-21CBAB09A3E8}"/>
          </ac:spMkLst>
        </pc:spChg>
        <pc:spChg chg="mod">
          <ac:chgData name="COLELLA IVAN GIACOMO" userId="60999289-9d9b-4267-be49-83952bdd2ee4" providerId="ADAL" clId="{D9EDD200-EF4C-4A1B-B933-A7C25CBC917F}" dt="2025-04-18T20:24:23.488" v="36" actId="165"/>
          <ac:spMkLst>
            <pc:docMk/>
            <pc:sldMk cId="1130514146" sldId="258"/>
            <ac:spMk id="49" creationId="{A423F491-3625-8665-B8E1-19D52540FDE3}"/>
          </ac:spMkLst>
        </pc:spChg>
        <pc:spChg chg="mod">
          <ac:chgData name="COLELLA IVAN GIACOMO" userId="60999289-9d9b-4267-be49-83952bdd2ee4" providerId="ADAL" clId="{D9EDD200-EF4C-4A1B-B933-A7C25CBC917F}" dt="2025-04-18T20:24:23.488" v="36" actId="165"/>
          <ac:spMkLst>
            <pc:docMk/>
            <pc:sldMk cId="1130514146" sldId="258"/>
            <ac:spMk id="53" creationId="{9E009E1C-CE1E-20D9-AFC4-7E328DB01C3A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55" creationId="{8C24CC27-EED6-8BEA-350A-93E6FBAFB0EC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64" creationId="{D9DE4E3B-9B04-ACD8-EDA7-978B44A33EFB}"/>
          </ac:spMkLst>
        </pc:spChg>
        <pc:spChg chg="mod">
          <ac:chgData name="COLELLA IVAN GIACOMO" userId="60999289-9d9b-4267-be49-83952bdd2ee4" providerId="ADAL" clId="{D9EDD200-EF4C-4A1B-B933-A7C25CBC917F}" dt="2025-04-19T17:27:33.678" v="689" actId="113"/>
          <ac:spMkLst>
            <pc:docMk/>
            <pc:sldMk cId="1130514146" sldId="258"/>
            <ac:spMk id="66" creationId="{ECF7B7C3-6449-0FDA-07CB-CDD4E6371B24}"/>
          </ac:spMkLst>
        </pc:spChg>
        <pc:spChg chg="mod">
          <ac:chgData name="COLELLA IVAN GIACOMO" userId="60999289-9d9b-4267-be49-83952bdd2ee4" providerId="ADAL" clId="{D9EDD200-EF4C-4A1B-B933-A7C25CBC917F}" dt="2025-04-19T17:24:00.079" v="667" actId="14100"/>
          <ac:spMkLst>
            <pc:docMk/>
            <pc:sldMk cId="1130514146" sldId="258"/>
            <ac:spMk id="67" creationId="{7888C74B-857C-4A51-3A61-F9F481633BD2}"/>
          </ac:spMkLst>
        </pc:spChg>
        <pc:spChg chg="mod">
          <ac:chgData name="COLELLA IVAN GIACOMO" userId="60999289-9d9b-4267-be49-83952bdd2ee4" providerId="ADAL" clId="{D9EDD200-EF4C-4A1B-B933-A7C25CBC917F}" dt="2025-04-19T17:27:35.607" v="690" actId="113"/>
          <ac:spMkLst>
            <pc:docMk/>
            <pc:sldMk cId="1130514146" sldId="258"/>
            <ac:spMk id="68" creationId="{3E193D54-27E7-8E4A-5BFF-750EC1C7C99F}"/>
          </ac:spMkLst>
        </pc:spChg>
        <pc:spChg chg="mod">
          <ac:chgData name="COLELLA IVAN GIACOMO" userId="60999289-9d9b-4267-be49-83952bdd2ee4" providerId="ADAL" clId="{D9EDD200-EF4C-4A1B-B933-A7C25CBC917F}" dt="2025-04-19T17:29:48.951" v="696" actId="20577"/>
          <ac:spMkLst>
            <pc:docMk/>
            <pc:sldMk cId="1130514146" sldId="258"/>
            <ac:spMk id="69" creationId="{E23E8546-C4CB-6B94-CBF0-E4AEE691188E}"/>
          </ac:spMkLst>
        </pc:spChg>
        <pc:spChg chg="mod">
          <ac:chgData name="COLELLA IVAN GIACOMO" userId="60999289-9d9b-4267-be49-83952bdd2ee4" providerId="ADAL" clId="{D9EDD200-EF4C-4A1B-B933-A7C25CBC917F}" dt="2025-04-19T17:27:37.263" v="691" actId="113"/>
          <ac:spMkLst>
            <pc:docMk/>
            <pc:sldMk cId="1130514146" sldId="258"/>
            <ac:spMk id="70" creationId="{6558A76F-C7A9-22EE-346C-5A13057C04FD}"/>
          </ac:spMkLst>
        </pc:spChg>
        <pc:spChg chg="mod">
          <ac:chgData name="COLELLA IVAN GIACOMO" userId="60999289-9d9b-4267-be49-83952bdd2ee4" providerId="ADAL" clId="{D9EDD200-EF4C-4A1B-B933-A7C25CBC917F}" dt="2025-04-19T17:28:58.635" v="695" actId="14100"/>
          <ac:spMkLst>
            <pc:docMk/>
            <pc:sldMk cId="1130514146" sldId="258"/>
            <ac:spMk id="71" creationId="{A38F704C-B6E7-DFE3-905A-AE7645AA1800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72" creationId="{9851FA8C-9BC7-F43D-BCCC-B78D5C0CC87A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73" creationId="{10CDB63E-85CE-02BD-D179-3B4C95E82128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74" creationId="{5B3B2EBF-722E-BD6F-8396-E3B8139ED2F2}"/>
          </ac:spMkLst>
        </pc:spChg>
        <pc:spChg chg="mod">
          <ac:chgData name="COLELLA IVAN GIACOMO" userId="60999289-9d9b-4267-be49-83952bdd2ee4" providerId="ADAL" clId="{D9EDD200-EF4C-4A1B-B933-A7C25CBC917F}" dt="2025-04-19T17:40:34.026" v="790" actId="14100"/>
          <ac:spMkLst>
            <pc:docMk/>
            <pc:sldMk cId="1130514146" sldId="258"/>
            <ac:spMk id="75" creationId="{FEFD68B6-7956-8C33-0C46-AD66E96FDE07}"/>
          </ac:spMkLst>
        </pc:spChg>
        <pc:spChg chg="mod">
          <ac:chgData name="COLELLA IVAN GIACOMO" userId="60999289-9d9b-4267-be49-83952bdd2ee4" providerId="ADAL" clId="{D9EDD200-EF4C-4A1B-B933-A7C25CBC917F}" dt="2025-04-18T20:24:23.488" v="36" actId="165"/>
          <ac:spMkLst>
            <pc:docMk/>
            <pc:sldMk cId="1130514146" sldId="258"/>
            <ac:spMk id="77" creationId="{F52986CE-18C7-4982-500E-CF32D030704D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80" creationId="{1254016B-81D9-83F2-AD91-4C76FB12F797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130514146" sldId="258"/>
            <ac:spMk id="81" creationId="{4623FE77-C49E-5E3C-ACDF-00C06C68FD50}"/>
          </ac:spMkLst>
        </pc:spChg>
        <pc:spChg chg="add mod ord">
          <ac:chgData name="COLELLA IVAN GIACOMO" userId="60999289-9d9b-4267-be49-83952bdd2ee4" providerId="ADAL" clId="{D9EDD200-EF4C-4A1B-B933-A7C25CBC917F}" dt="2025-04-19T17:38:30.236" v="750" actId="14100"/>
          <ac:spMkLst>
            <pc:docMk/>
            <pc:sldMk cId="1130514146" sldId="258"/>
            <ac:spMk id="90" creationId="{164C9416-9B26-D318-4FA3-2CED1CA80B1D}"/>
          </ac:spMkLst>
        </pc:spChg>
        <pc:grpChg chg="mod">
          <ac:chgData name="COLELLA IVAN GIACOMO" userId="60999289-9d9b-4267-be49-83952bdd2ee4" providerId="ADAL" clId="{D9EDD200-EF4C-4A1B-B933-A7C25CBC917F}" dt="2025-04-19T17:16:47.813" v="382" actId="14100"/>
          <ac:grpSpMkLst>
            <pc:docMk/>
            <pc:sldMk cId="1130514146" sldId="258"/>
            <ac:grpSpMk id="34" creationId="{325143B6-552F-DAD3-D6BB-103703DE12E4}"/>
          </ac:grpSpMkLst>
        </pc:grpChg>
        <pc:grpChg chg="mod">
          <ac:chgData name="COLELLA IVAN GIACOMO" userId="60999289-9d9b-4267-be49-83952bdd2ee4" providerId="ADAL" clId="{D9EDD200-EF4C-4A1B-B933-A7C25CBC917F}" dt="2025-04-19T17:24:15.890" v="673" actId="1035"/>
          <ac:grpSpMkLst>
            <pc:docMk/>
            <pc:sldMk cId="1130514146" sldId="258"/>
            <ac:grpSpMk id="37" creationId="{36545514-E741-3389-FC64-E1A4C5C6EE69}"/>
          </ac:grpSpMkLst>
        </pc:grpChg>
        <pc:picChg chg="mod">
          <ac:chgData name="COLELLA IVAN GIACOMO" userId="60999289-9d9b-4267-be49-83952bdd2ee4" providerId="ADAL" clId="{D9EDD200-EF4C-4A1B-B933-A7C25CBC917F}" dt="2025-04-20T00:12:58.823" v="3570" actId="1037"/>
          <ac:picMkLst>
            <pc:docMk/>
            <pc:sldMk cId="1130514146" sldId="258"/>
            <ac:picMk id="26" creationId="{20F24175-757F-6B1D-41B8-FED83F6134B7}"/>
          </ac:picMkLst>
        </pc:picChg>
        <pc:picChg chg="mod">
          <ac:chgData name="COLELLA IVAN GIACOMO" userId="60999289-9d9b-4267-be49-83952bdd2ee4" providerId="ADAL" clId="{D9EDD200-EF4C-4A1B-B933-A7C25CBC917F}" dt="2025-04-20T00:13:03.302" v="3589" actId="1038"/>
          <ac:picMkLst>
            <pc:docMk/>
            <pc:sldMk cId="1130514146" sldId="258"/>
            <ac:picMk id="33" creationId="{D5ECF890-3159-AD3A-CDC5-592F5BED79EC}"/>
          </ac:picMkLst>
        </pc:picChg>
        <pc:picChg chg="add mod">
          <ac:chgData name="COLELLA IVAN GIACOMO" userId="60999289-9d9b-4267-be49-83952bdd2ee4" providerId="ADAL" clId="{D9EDD200-EF4C-4A1B-B933-A7C25CBC917F}" dt="2025-04-19T17:34:31.663" v="729" actId="1036"/>
          <ac:picMkLst>
            <pc:docMk/>
            <pc:sldMk cId="1130514146" sldId="258"/>
            <ac:picMk id="92" creationId="{44D46752-EE1D-15BF-ACC3-223A4BEDDC20}"/>
          </ac:picMkLst>
        </pc:picChg>
        <pc:picChg chg="add mod">
          <ac:chgData name="COLELLA IVAN GIACOMO" userId="60999289-9d9b-4267-be49-83952bdd2ee4" providerId="ADAL" clId="{D9EDD200-EF4C-4A1B-B933-A7C25CBC917F}" dt="2025-04-18T20:57:03.036" v="169" actId="1076"/>
          <ac:picMkLst>
            <pc:docMk/>
            <pc:sldMk cId="1130514146" sldId="258"/>
            <ac:picMk id="94" creationId="{77B9A027-09DD-85B9-3E99-E7234A635F57}"/>
          </ac:picMkLst>
        </pc:picChg>
      </pc:sldChg>
      <pc:sldChg chg="addSp delSp modSp add del mod">
        <pc:chgData name="COLELLA IVAN GIACOMO" userId="60999289-9d9b-4267-be49-83952bdd2ee4" providerId="ADAL" clId="{D9EDD200-EF4C-4A1B-B933-A7C25CBC917F}" dt="2025-04-19T18:14:22.252" v="1117" actId="2696"/>
        <pc:sldMkLst>
          <pc:docMk/>
          <pc:sldMk cId="605698931" sldId="259"/>
        </pc:sldMkLst>
        <pc:spChg chg="add mod">
          <ac:chgData name="COLELLA IVAN GIACOMO" userId="60999289-9d9b-4267-be49-83952bdd2ee4" providerId="ADAL" clId="{D9EDD200-EF4C-4A1B-B933-A7C25CBC917F}" dt="2025-04-19T18:02:00.038" v="937" actId="207"/>
          <ac:spMkLst>
            <pc:docMk/>
            <pc:sldMk cId="605698931" sldId="259"/>
            <ac:spMk id="4" creationId="{2E6B3FE6-35D1-766A-0831-6C27AEF667A8}"/>
          </ac:spMkLst>
        </pc:spChg>
        <pc:spChg chg="add del mod ord">
          <ac:chgData name="COLELLA IVAN GIACOMO" userId="60999289-9d9b-4267-be49-83952bdd2ee4" providerId="ADAL" clId="{D9EDD200-EF4C-4A1B-B933-A7C25CBC917F}" dt="2025-04-19T17:53:56.812" v="879" actId="478"/>
          <ac:spMkLst>
            <pc:docMk/>
            <pc:sldMk cId="605698931" sldId="259"/>
            <ac:spMk id="5" creationId="{DC2DCBE7-8037-C51F-E4DF-50EFD9D75732}"/>
          </ac:spMkLst>
        </pc:spChg>
        <pc:spChg chg="add del mod">
          <ac:chgData name="COLELLA IVAN GIACOMO" userId="60999289-9d9b-4267-be49-83952bdd2ee4" providerId="ADAL" clId="{D9EDD200-EF4C-4A1B-B933-A7C25CBC917F}" dt="2025-04-19T17:59:27.937" v="901" actId="478"/>
          <ac:spMkLst>
            <pc:docMk/>
            <pc:sldMk cId="605698931" sldId="259"/>
            <ac:spMk id="6" creationId="{43D9903D-48AC-C384-446D-434275AF76CA}"/>
          </ac:spMkLst>
        </pc:spChg>
        <pc:spChg chg="add del mod">
          <ac:chgData name="COLELLA IVAN GIACOMO" userId="60999289-9d9b-4267-be49-83952bdd2ee4" providerId="ADAL" clId="{D9EDD200-EF4C-4A1B-B933-A7C25CBC917F}" dt="2025-04-19T18:00:54.524" v="925" actId="478"/>
          <ac:spMkLst>
            <pc:docMk/>
            <pc:sldMk cId="605698931" sldId="259"/>
            <ac:spMk id="10" creationId="{A7BE4699-C52C-CC3D-6A82-B7FA16A5E548}"/>
          </ac:spMkLst>
        </pc:spChg>
        <pc:spChg chg="add del">
          <ac:chgData name="COLELLA IVAN GIACOMO" userId="60999289-9d9b-4267-be49-83952bdd2ee4" providerId="ADAL" clId="{D9EDD200-EF4C-4A1B-B933-A7C25CBC917F}" dt="2025-04-19T18:01:00.695" v="927" actId="22"/>
          <ac:spMkLst>
            <pc:docMk/>
            <pc:sldMk cId="605698931" sldId="259"/>
            <ac:spMk id="14" creationId="{5E1E9416-D3C7-0C7F-B730-9A802E6FD6A8}"/>
          </ac:spMkLst>
        </pc:spChg>
        <pc:spChg chg="add mod">
          <ac:chgData name="COLELLA IVAN GIACOMO" userId="60999289-9d9b-4267-be49-83952bdd2ee4" providerId="ADAL" clId="{D9EDD200-EF4C-4A1B-B933-A7C25CBC917F}" dt="2025-04-19T18:01:31.181" v="936" actId="1076"/>
          <ac:spMkLst>
            <pc:docMk/>
            <pc:sldMk cId="605698931" sldId="259"/>
            <ac:spMk id="16" creationId="{55B0DF67-2D8B-FF58-DA69-1CBAC8E5D728}"/>
          </ac:spMkLst>
        </pc:spChg>
        <pc:grpChg chg="add mod">
          <ac:chgData name="COLELLA IVAN GIACOMO" userId="60999289-9d9b-4267-be49-83952bdd2ee4" providerId="ADAL" clId="{D9EDD200-EF4C-4A1B-B933-A7C25CBC917F}" dt="2025-04-19T18:02:08.424" v="941" actId="1076"/>
          <ac:grpSpMkLst>
            <pc:docMk/>
            <pc:sldMk cId="605698931" sldId="259"/>
            <ac:grpSpMk id="2" creationId="{053212FC-EC3C-1515-897B-9EC610ECF800}"/>
          </ac:grpSpMkLst>
        </pc:grpChg>
        <pc:picChg chg="add del mod">
          <ac:chgData name="COLELLA IVAN GIACOMO" userId="60999289-9d9b-4267-be49-83952bdd2ee4" providerId="ADAL" clId="{D9EDD200-EF4C-4A1B-B933-A7C25CBC917F}" dt="2025-04-19T17:37:38.935" v="734" actId="478"/>
          <ac:picMkLst>
            <pc:docMk/>
            <pc:sldMk cId="605698931" sldId="259"/>
            <ac:picMk id="3" creationId="{1E5C54D6-230E-F760-334F-517F4C89FF9D}"/>
          </ac:picMkLst>
        </pc:picChg>
        <pc:picChg chg="add mod">
          <ac:chgData name="COLELLA IVAN GIACOMO" userId="60999289-9d9b-4267-be49-83952bdd2ee4" providerId="ADAL" clId="{D9EDD200-EF4C-4A1B-B933-A7C25CBC917F}" dt="2025-04-19T18:00:00.669" v="910" actId="1076"/>
          <ac:picMkLst>
            <pc:docMk/>
            <pc:sldMk cId="605698931" sldId="259"/>
            <ac:picMk id="7" creationId="{3036E78E-BB20-E828-2722-5E33D9E0FD7E}"/>
          </ac:picMkLst>
        </pc:picChg>
        <pc:picChg chg="mod">
          <ac:chgData name="COLELLA IVAN GIACOMO" userId="60999289-9d9b-4267-be49-83952bdd2ee4" providerId="ADAL" clId="{D9EDD200-EF4C-4A1B-B933-A7C25CBC917F}" dt="2025-04-19T17:33:59.914" v="720" actId="1036"/>
          <ac:picMkLst>
            <pc:docMk/>
            <pc:sldMk cId="605698931" sldId="259"/>
            <ac:picMk id="92" creationId="{B69F00C2-69A1-881D-0906-20F711A4367B}"/>
          </ac:picMkLst>
        </pc:picChg>
      </pc:sldChg>
      <pc:sldChg chg="addSp delSp modSp del mod">
        <pc:chgData name="COLELLA IVAN GIACOMO" userId="60999289-9d9b-4267-be49-83952bdd2ee4" providerId="ADAL" clId="{D9EDD200-EF4C-4A1B-B933-A7C25CBC917F}" dt="2025-04-18T20:58:45.189" v="170" actId="2696"/>
        <pc:sldMkLst>
          <pc:docMk/>
          <pc:sldMk cId="1895797063" sldId="259"/>
        </pc:sldMkLst>
      </pc:sldChg>
      <pc:sldChg chg="addSp delSp modSp add mod">
        <pc:chgData name="COLELLA IVAN GIACOMO" userId="60999289-9d9b-4267-be49-83952bdd2ee4" providerId="ADAL" clId="{D9EDD200-EF4C-4A1B-B933-A7C25CBC917F}" dt="2025-04-20T19:50:49.825" v="4979" actId="14100"/>
        <pc:sldMkLst>
          <pc:docMk/>
          <pc:sldMk cId="1042292239" sldId="260"/>
        </pc:sldMkLst>
        <pc:spChg chg="add mod">
          <ac:chgData name="COLELLA IVAN GIACOMO" userId="60999289-9d9b-4267-be49-83952bdd2ee4" providerId="ADAL" clId="{D9EDD200-EF4C-4A1B-B933-A7C25CBC917F}" dt="2025-04-19T18:13:58.771" v="1116" actId="114"/>
          <ac:spMkLst>
            <pc:docMk/>
            <pc:sldMk cId="1042292239" sldId="260"/>
            <ac:spMk id="2" creationId="{A0D31684-9219-F029-DFD8-41D9BC3E3B1C}"/>
          </ac:spMkLst>
        </pc:spChg>
        <pc:spChg chg="add mod ord">
          <ac:chgData name="COLELLA IVAN GIACOMO" userId="60999289-9d9b-4267-be49-83952bdd2ee4" providerId="ADAL" clId="{D9EDD200-EF4C-4A1B-B933-A7C25CBC917F}" dt="2025-04-20T19:49:55.119" v="4950" actId="114"/>
          <ac:spMkLst>
            <pc:docMk/>
            <pc:sldMk cId="1042292239" sldId="260"/>
            <ac:spMk id="3" creationId="{4BC73164-9C3E-61EA-4BB9-26A34377B555}"/>
          </ac:spMkLst>
        </pc:spChg>
        <pc:spChg chg="add mod">
          <ac:chgData name="COLELLA IVAN GIACOMO" userId="60999289-9d9b-4267-be49-83952bdd2ee4" providerId="ADAL" clId="{D9EDD200-EF4C-4A1B-B933-A7C25CBC917F}" dt="2025-04-20T19:48:40.792" v="4932" actId="164"/>
          <ac:spMkLst>
            <pc:docMk/>
            <pc:sldMk cId="1042292239" sldId="260"/>
            <ac:spMk id="4" creationId="{03160A87-7C93-E76D-133D-2CACB268DFE6}"/>
          </ac:spMkLst>
        </pc:spChg>
        <pc:spChg chg="del">
          <ac:chgData name="COLELLA IVAN GIACOMO" userId="60999289-9d9b-4267-be49-83952bdd2ee4" providerId="ADAL" clId="{D9EDD200-EF4C-4A1B-B933-A7C25CBC917F}" dt="2025-04-19T18:02:39.980" v="945" actId="478"/>
          <ac:spMkLst>
            <pc:docMk/>
            <pc:sldMk cId="1042292239" sldId="260"/>
            <ac:spMk id="9" creationId="{EC7D6C9F-AD91-F61A-89F0-5489277BCE91}"/>
          </ac:spMkLst>
        </pc:spChg>
        <pc:spChg chg="del">
          <ac:chgData name="COLELLA IVAN GIACOMO" userId="60999289-9d9b-4267-be49-83952bdd2ee4" providerId="ADAL" clId="{D9EDD200-EF4C-4A1B-B933-A7C25CBC917F}" dt="2025-04-19T18:02:41.222" v="946" actId="478"/>
          <ac:spMkLst>
            <pc:docMk/>
            <pc:sldMk cId="1042292239" sldId="260"/>
            <ac:spMk id="11" creationId="{EF76ECA1-C232-113E-4C99-6563214F4DE3}"/>
          </ac:spMkLst>
        </pc:spChg>
        <pc:spChg chg="del">
          <ac:chgData name="COLELLA IVAN GIACOMO" userId="60999289-9d9b-4267-be49-83952bdd2ee4" providerId="ADAL" clId="{D9EDD200-EF4C-4A1B-B933-A7C25CBC917F}" dt="2025-04-19T18:02:39.142" v="944" actId="478"/>
          <ac:spMkLst>
            <pc:docMk/>
            <pc:sldMk cId="1042292239" sldId="260"/>
            <ac:spMk id="13" creationId="{FAE477BE-B58E-1191-9DCE-3D10F4204890}"/>
          </ac:spMkLst>
        </pc:spChg>
        <pc:spChg chg="del">
          <ac:chgData name="COLELLA IVAN GIACOMO" userId="60999289-9d9b-4267-be49-83952bdd2ee4" providerId="ADAL" clId="{D9EDD200-EF4C-4A1B-B933-A7C25CBC917F}" dt="2025-04-19T18:03:42.653" v="961" actId="478"/>
          <ac:spMkLst>
            <pc:docMk/>
            <pc:sldMk cId="1042292239" sldId="260"/>
            <ac:spMk id="17" creationId="{6209D636-43C0-A909-8C56-30618B3DC8B5}"/>
          </ac:spMkLst>
        </pc:spChg>
        <pc:spChg chg="add del mod">
          <ac:chgData name="COLELLA IVAN GIACOMO" userId="60999289-9d9b-4267-be49-83952bdd2ee4" providerId="ADAL" clId="{D9EDD200-EF4C-4A1B-B933-A7C25CBC917F}" dt="2025-04-19T20:11:29.791" v="1803" actId="478"/>
          <ac:spMkLst>
            <pc:docMk/>
            <pc:sldMk cId="1042292239" sldId="260"/>
            <ac:spMk id="19" creationId="{ACF3B60A-2D28-F364-AE58-B77807510E9B}"/>
          </ac:spMkLst>
        </pc:spChg>
        <pc:spChg chg="add mod">
          <ac:chgData name="COLELLA IVAN GIACOMO" userId="60999289-9d9b-4267-be49-83952bdd2ee4" providerId="ADAL" clId="{D9EDD200-EF4C-4A1B-B933-A7C25CBC917F}" dt="2025-04-20T17:26:22.649" v="4110" actId="1076"/>
          <ac:spMkLst>
            <pc:docMk/>
            <pc:sldMk cId="1042292239" sldId="260"/>
            <ac:spMk id="24" creationId="{635F449F-83D3-EB84-36F2-BAD8FA1B4CCF}"/>
          </ac:spMkLst>
        </pc:spChg>
        <pc:spChg chg="mod">
          <ac:chgData name="COLELLA IVAN GIACOMO" userId="60999289-9d9b-4267-be49-83952bdd2ee4" providerId="ADAL" clId="{D9EDD200-EF4C-4A1B-B933-A7C25CBC917F}" dt="2025-04-19T18:17:03.541" v="1118" actId="113"/>
          <ac:spMkLst>
            <pc:docMk/>
            <pc:sldMk cId="1042292239" sldId="260"/>
            <ac:spMk id="43" creationId="{E01F5B6B-5147-7C90-FB5B-878E15BB983D}"/>
          </ac:spMkLst>
        </pc:spChg>
        <pc:spChg chg="mod">
          <ac:chgData name="COLELLA IVAN GIACOMO" userId="60999289-9d9b-4267-be49-83952bdd2ee4" providerId="ADAL" clId="{D9EDD200-EF4C-4A1B-B933-A7C25CBC917F}" dt="2025-04-19T18:10:30.007" v="1075" actId="1036"/>
          <ac:spMkLst>
            <pc:docMk/>
            <pc:sldMk cId="1042292239" sldId="260"/>
            <ac:spMk id="46" creationId="{AA20CFAA-4A45-E8B2-FB26-607A52D90429}"/>
          </ac:spMkLst>
        </pc:spChg>
        <pc:spChg chg="mod">
          <ac:chgData name="COLELLA IVAN GIACOMO" userId="60999289-9d9b-4267-be49-83952bdd2ee4" providerId="ADAL" clId="{D9EDD200-EF4C-4A1B-B933-A7C25CBC917F}" dt="2025-04-19T18:09:56.697" v="1034" actId="14100"/>
          <ac:spMkLst>
            <pc:docMk/>
            <pc:sldMk cId="1042292239" sldId="260"/>
            <ac:spMk id="47" creationId="{38365C6F-9B96-6F18-C3EE-F25F4B9C1D17}"/>
          </ac:spMkLst>
        </pc:spChg>
        <pc:spChg chg="add mod">
          <ac:chgData name="COLELLA IVAN GIACOMO" userId="60999289-9d9b-4267-be49-83952bdd2ee4" providerId="ADAL" clId="{D9EDD200-EF4C-4A1B-B933-A7C25CBC917F}" dt="2025-04-19T20:20:11.898" v="2159" actId="692"/>
          <ac:spMkLst>
            <pc:docMk/>
            <pc:sldMk cId="1042292239" sldId="260"/>
            <ac:spMk id="48" creationId="{BB91CD59-D575-B6D8-3BC8-87D121488327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55" creationId="{52C4B975-FE43-04D2-C987-0FDF7FB9F1FA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66" creationId="{E34D8A48-695A-2A2A-8D26-D120899F9659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68" creationId="{AB571198-6BA6-67AB-FF4F-474D702344FF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69" creationId="{80109C5E-0676-15CB-9495-01F50B24546A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71" creationId="{2E228673-790B-AF31-04C7-21EF9AA77A70}"/>
          </ac:spMkLst>
        </pc:spChg>
        <pc:spChg chg="del topLvl">
          <ac:chgData name="COLELLA IVAN GIACOMO" userId="60999289-9d9b-4267-be49-83952bdd2ee4" providerId="ADAL" clId="{D9EDD200-EF4C-4A1B-B933-A7C25CBC917F}" dt="2025-04-19T18:12:37.695" v="1111" actId="478"/>
          <ac:spMkLst>
            <pc:docMk/>
            <pc:sldMk cId="1042292239" sldId="260"/>
            <ac:spMk id="72" creationId="{ABEBAA78-D71D-F983-FAF1-9E189207103D}"/>
          </ac:spMkLst>
        </pc:spChg>
        <pc:spChg chg="del topLvl">
          <ac:chgData name="COLELLA IVAN GIACOMO" userId="60999289-9d9b-4267-be49-83952bdd2ee4" providerId="ADAL" clId="{D9EDD200-EF4C-4A1B-B933-A7C25CBC917F}" dt="2025-04-19T18:03:48.375" v="962" actId="478"/>
          <ac:spMkLst>
            <pc:docMk/>
            <pc:sldMk cId="1042292239" sldId="260"/>
            <ac:spMk id="73" creationId="{3DCD0A35-DB6C-6F3A-0759-F356E48FF293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81" creationId="{36730D88-A8E6-3724-414F-4FB31734E9DD}"/>
          </ac:spMkLst>
        </pc:spChg>
        <pc:spChg chg="add del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90" creationId="{95A2B9E3-39C1-B2D6-EE21-4DA1450535CC}"/>
          </ac:spMkLst>
        </pc:spChg>
        <pc:spChg chg="add mod ord">
          <ac:chgData name="COLELLA IVAN GIACOMO" userId="60999289-9d9b-4267-be49-83952bdd2ee4" providerId="ADAL" clId="{D9EDD200-EF4C-4A1B-B933-A7C25CBC917F}" dt="2025-04-20T19:45:48.266" v="4894" actId="1076"/>
          <ac:spMkLst>
            <pc:docMk/>
            <pc:sldMk cId="1042292239" sldId="260"/>
            <ac:spMk id="106" creationId="{86534334-5341-EFE1-3AC9-430419C705EB}"/>
          </ac:spMkLst>
        </pc:spChg>
        <pc:spChg chg="add mod">
          <ac:chgData name="COLELLA IVAN GIACOMO" userId="60999289-9d9b-4267-be49-83952bdd2ee4" providerId="ADAL" clId="{D9EDD200-EF4C-4A1B-B933-A7C25CBC917F}" dt="2025-04-20T19:50:49.825" v="4979" actId="14100"/>
          <ac:spMkLst>
            <pc:docMk/>
            <pc:sldMk cId="1042292239" sldId="260"/>
            <ac:spMk id="107" creationId="{58D2C5DA-85D3-57B2-0EA9-7872147D9832}"/>
          </ac:spMkLst>
        </pc:spChg>
        <pc:spChg chg="add mod">
          <ac:chgData name="COLELLA IVAN GIACOMO" userId="60999289-9d9b-4267-be49-83952bdd2ee4" providerId="ADAL" clId="{D9EDD200-EF4C-4A1B-B933-A7C25CBC917F}" dt="2025-04-19T20:03:03.664" v="1493"/>
          <ac:spMkLst>
            <pc:docMk/>
            <pc:sldMk cId="1042292239" sldId="260"/>
            <ac:spMk id="108" creationId="{A04011AC-2529-53CB-6DF2-003F74BA06EA}"/>
          </ac:spMkLst>
        </pc:spChg>
        <pc:spChg chg="add del mod">
          <ac:chgData name="COLELLA IVAN GIACOMO" userId="60999289-9d9b-4267-be49-83952bdd2ee4" providerId="ADAL" clId="{D9EDD200-EF4C-4A1B-B933-A7C25CBC917F}" dt="2025-04-19T20:08:53.730" v="1761" actId="478"/>
          <ac:spMkLst>
            <pc:docMk/>
            <pc:sldMk cId="1042292239" sldId="260"/>
            <ac:spMk id="110" creationId="{F741646F-E243-5A2D-F2CF-BD5C4F5DDFAF}"/>
          </ac:spMkLst>
        </pc:spChg>
        <pc:spChg chg="add del mod">
          <ac:chgData name="COLELLA IVAN GIACOMO" userId="60999289-9d9b-4267-be49-83952bdd2ee4" providerId="ADAL" clId="{D9EDD200-EF4C-4A1B-B933-A7C25CBC917F}" dt="2025-04-19T20:08:53.270" v="1759" actId="478"/>
          <ac:spMkLst>
            <pc:docMk/>
            <pc:sldMk cId="1042292239" sldId="260"/>
            <ac:spMk id="111" creationId="{5E5C53A2-7E11-3F4A-3848-15D6E3577A9C}"/>
          </ac:spMkLst>
        </pc:spChg>
        <pc:spChg chg="add del mod">
          <ac:chgData name="COLELLA IVAN GIACOMO" userId="60999289-9d9b-4267-be49-83952bdd2ee4" providerId="ADAL" clId="{D9EDD200-EF4C-4A1B-B933-A7C25CBC917F}" dt="2025-04-19T20:08:54.149" v="1762" actId="478"/>
          <ac:spMkLst>
            <pc:docMk/>
            <pc:sldMk cId="1042292239" sldId="260"/>
            <ac:spMk id="112" creationId="{46FDA1CB-027D-ACC0-B197-3E19259F5C2F}"/>
          </ac:spMkLst>
        </pc:spChg>
        <pc:spChg chg="add del mod">
          <ac:chgData name="COLELLA IVAN GIACOMO" userId="60999289-9d9b-4267-be49-83952bdd2ee4" providerId="ADAL" clId="{D9EDD200-EF4C-4A1B-B933-A7C25CBC917F}" dt="2025-04-19T20:11:30.311" v="1804" actId="478"/>
          <ac:spMkLst>
            <pc:docMk/>
            <pc:sldMk cId="1042292239" sldId="260"/>
            <ac:spMk id="113" creationId="{3BAC7D33-74C7-6069-BCC3-E0E29FC95785}"/>
          </ac:spMkLst>
        </pc:spChg>
        <pc:spChg chg="add mod">
          <ac:chgData name="COLELLA IVAN GIACOMO" userId="60999289-9d9b-4267-be49-83952bdd2ee4" providerId="ADAL" clId="{D9EDD200-EF4C-4A1B-B933-A7C25CBC917F}" dt="2025-04-20T19:50:21.199" v="4972" actId="1038"/>
          <ac:spMkLst>
            <pc:docMk/>
            <pc:sldMk cId="1042292239" sldId="260"/>
            <ac:spMk id="114" creationId="{D0478848-B4AE-ABF9-5E45-E9845AD50FDE}"/>
          </ac:spMkLst>
        </pc:spChg>
        <pc:spChg chg="add del mod">
          <ac:chgData name="COLELLA IVAN GIACOMO" userId="60999289-9d9b-4267-be49-83952bdd2ee4" providerId="ADAL" clId="{D9EDD200-EF4C-4A1B-B933-A7C25CBC917F}" dt="2025-04-19T20:11:30.829" v="1805" actId="478"/>
          <ac:spMkLst>
            <pc:docMk/>
            <pc:sldMk cId="1042292239" sldId="260"/>
            <ac:spMk id="115" creationId="{BE92F2E1-F082-FEBC-D2AB-B308931A9597}"/>
          </ac:spMkLst>
        </pc:spChg>
        <pc:spChg chg="add mod">
          <ac:chgData name="COLELLA IVAN GIACOMO" userId="60999289-9d9b-4267-be49-83952bdd2ee4" providerId="ADAL" clId="{D9EDD200-EF4C-4A1B-B933-A7C25CBC917F}" dt="2025-04-20T19:50:24.389" v="4977" actId="1037"/>
          <ac:spMkLst>
            <pc:docMk/>
            <pc:sldMk cId="1042292239" sldId="260"/>
            <ac:spMk id="116" creationId="{466F4F96-C6AD-2943-1A3B-39B2A96EA7D4}"/>
          </ac:spMkLst>
        </pc:spChg>
        <pc:spChg chg="add mod">
          <ac:chgData name="COLELLA IVAN GIACOMO" userId="60999289-9d9b-4267-be49-83952bdd2ee4" providerId="ADAL" clId="{D9EDD200-EF4C-4A1B-B933-A7C25CBC917F}" dt="2025-04-20T19:50:18.297" v="4966" actId="1037"/>
          <ac:spMkLst>
            <pc:docMk/>
            <pc:sldMk cId="1042292239" sldId="260"/>
            <ac:spMk id="117" creationId="{9DA90D2B-B6C6-39B6-3EB1-AB486B2D0921}"/>
          </ac:spMkLst>
        </pc:spChg>
        <pc:spChg chg="add mod or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042292239" sldId="260"/>
            <ac:spMk id="118" creationId="{F735E563-AB8E-E6FB-1079-30BC866B5871}"/>
          </ac:spMkLst>
        </pc:spChg>
        <pc:grpChg chg="add mod ord">
          <ac:chgData name="COLELLA IVAN GIACOMO" userId="60999289-9d9b-4267-be49-83952bdd2ee4" providerId="ADAL" clId="{D9EDD200-EF4C-4A1B-B933-A7C25CBC917F}" dt="2025-04-20T19:50:09.684" v="4951" actId="166"/>
          <ac:grpSpMkLst>
            <pc:docMk/>
            <pc:sldMk cId="1042292239" sldId="260"/>
            <ac:grpSpMk id="5" creationId="{31D5C505-1BF6-C813-F1E5-92161FAC9603}"/>
          </ac:grpSpMkLst>
        </pc:grpChg>
        <pc:grpChg chg="mod">
          <ac:chgData name="COLELLA IVAN GIACOMO" userId="60999289-9d9b-4267-be49-83952bdd2ee4" providerId="ADAL" clId="{D9EDD200-EF4C-4A1B-B933-A7C25CBC917F}" dt="2025-04-19T18:03:01.811" v="949" actId="1076"/>
          <ac:grpSpMkLst>
            <pc:docMk/>
            <pc:sldMk cId="1042292239" sldId="260"/>
            <ac:grpSpMk id="31" creationId="{75370839-3FC3-7A16-E6D0-421D4ECA835E}"/>
          </ac:grpSpMkLst>
        </pc:grpChg>
        <pc:grpChg chg="mod">
          <ac:chgData name="COLELLA IVAN GIACOMO" userId="60999289-9d9b-4267-be49-83952bdd2ee4" providerId="ADAL" clId="{D9EDD200-EF4C-4A1B-B933-A7C25CBC917F}" dt="2025-04-19T18:03:32.039" v="959" actId="1076"/>
          <ac:grpSpMkLst>
            <pc:docMk/>
            <pc:sldMk cId="1042292239" sldId="260"/>
            <ac:grpSpMk id="32" creationId="{B41486B2-19B4-EA63-F78F-A54763740C57}"/>
          </ac:grpSpMkLst>
        </pc:grpChg>
        <pc:grpChg chg="del">
          <ac:chgData name="COLELLA IVAN GIACOMO" userId="60999289-9d9b-4267-be49-83952bdd2ee4" providerId="ADAL" clId="{D9EDD200-EF4C-4A1B-B933-A7C25CBC917F}" dt="2025-04-19T18:03:48.375" v="962" actId="478"/>
          <ac:grpSpMkLst>
            <pc:docMk/>
            <pc:sldMk cId="1042292239" sldId="260"/>
            <ac:grpSpMk id="34" creationId="{4A6A3A45-3122-8078-BFAD-7EC75D255CA3}"/>
          </ac:grpSpMkLst>
        </pc:grpChg>
        <pc:grpChg chg="mod">
          <ac:chgData name="COLELLA IVAN GIACOMO" userId="60999289-9d9b-4267-be49-83952bdd2ee4" providerId="ADAL" clId="{D9EDD200-EF4C-4A1B-B933-A7C25CBC917F}" dt="2025-04-19T18:03:01.811" v="949" actId="1076"/>
          <ac:grpSpMkLst>
            <pc:docMk/>
            <pc:sldMk cId="1042292239" sldId="260"/>
            <ac:grpSpMk id="35" creationId="{B46A9CE3-1E49-BAA8-1515-0D21B54E8A38}"/>
          </ac:grpSpMkLst>
        </pc:grpChg>
        <pc:grpChg chg="mod">
          <ac:chgData name="COLELLA IVAN GIACOMO" userId="60999289-9d9b-4267-be49-83952bdd2ee4" providerId="ADAL" clId="{D9EDD200-EF4C-4A1B-B933-A7C25CBC917F}" dt="2025-04-19T18:03:21.855" v="956" actId="1076"/>
          <ac:grpSpMkLst>
            <pc:docMk/>
            <pc:sldMk cId="1042292239" sldId="260"/>
            <ac:grpSpMk id="36" creationId="{DFF8C4A9-8CBC-582C-782F-77155E34D6F1}"/>
          </ac:grpSpMkLst>
        </pc:grpChg>
        <pc:grpChg chg="mod">
          <ac:chgData name="COLELLA IVAN GIACOMO" userId="60999289-9d9b-4267-be49-83952bdd2ee4" providerId="ADAL" clId="{D9EDD200-EF4C-4A1B-B933-A7C25CBC917F}" dt="2025-04-19T18:03:37.860" v="960" actId="1076"/>
          <ac:grpSpMkLst>
            <pc:docMk/>
            <pc:sldMk cId="1042292239" sldId="260"/>
            <ac:grpSpMk id="37" creationId="{2C801A39-2DDC-C27B-D810-29AE8FD08551}"/>
          </ac:grpSpMkLst>
        </pc:grpChg>
        <pc:grpChg chg="mod">
          <ac:chgData name="COLELLA IVAN GIACOMO" userId="60999289-9d9b-4267-be49-83952bdd2ee4" providerId="ADAL" clId="{D9EDD200-EF4C-4A1B-B933-A7C25CBC917F}" dt="2025-04-19T18:03:21.855" v="956" actId="1076"/>
          <ac:grpSpMkLst>
            <pc:docMk/>
            <pc:sldMk cId="1042292239" sldId="260"/>
            <ac:grpSpMk id="38" creationId="{436AC58C-4C57-92BF-28D0-0837044C56AB}"/>
          </ac:grpSpMkLst>
        </pc:grpChg>
        <pc:grpChg chg="mod">
          <ac:chgData name="COLELLA IVAN GIACOMO" userId="60999289-9d9b-4267-be49-83952bdd2ee4" providerId="ADAL" clId="{D9EDD200-EF4C-4A1B-B933-A7C25CBC917F}" dt="2025-04-19T18:03:32.039" v="959" actId="1076"/>
          <ac:grpSpMkLst>
            <pc:docMk/>
            <pc:sldMk cId="1042292239" sldId="260"/>
            <ac:grpSpMk id="39" creationId="{42A08916-B42C-A5C0-33B0-1F588FE143DC}"/>
          </ac:grpSpMkLst>
        </pc:grpChg>
        <pc:grpChg chg="mod">
          <ac:chgData name="COLELLA IVAN GIACOMO" userId="60999289-9d9b-4267-be49-83952bdd2ee4" providerId="ADAL" clId="{D9EDD200-EF4C-4A1B-B933-A7C25CBC917F}" dt="2025-04-19T18:03:37.860" v="960" actId="1076"/>
          <ac:grpSpMkLst>
            <pc:docMk/>
            <pc:sldMk cId="1042292239" sldId="260"/>
            <ac:grpSpMk id="40" creationId="{077D92B9-7C3C-207D-0AB8-483A17DF4CEF}"/>
          </ac:grpSpMkLst>
        </pc:grpChg>
        <pc:grpChg chg="mod">
          <ac:chgData name="COLELLA IVAN GIACOMO" userId="60999289-9d9b-4267-be49-83952bdd2ee4" providerId="ADAL" clId="{D9EDD200-EF4C-4A1B-B933-A7C25CBC917F}" dt="2025-04-19T18:12:43.007" v="1115" actId="1036"/>
          <ac:grpSpMkLst>
            <pc:docMk/>
            <pc:sldMk cId="1042292239" sldId="260"/>
            <ac:grpSpMk id="41" creationId="{72974A39-683D-7E5C-9231-B381D2E1FB19}"/>
          </ac:grpSpMkLst>
        </pc:grpChg>
        <pc:grpChg chg="add mod">
          <ac:chgData name="COLELLA IVAN GIACOMO" userId="60999289-9d9b-4267-be49-83952bdd2ee4" providerId="ADAL" clId="{D9EDD200-EF4C-4A1B-B933-A7C25CBC917F}" dt="2025-04-19T20:17:03.161" v="1947" actId="14100"/>
          <ac:grpSpMkLst>
            <pc:docMk/>
            <pc:sldMk cId="1042292239" sldId="260"/>
            <ac:grpSpMk id="109" creationId="{DD93D08B-E55A-77BD-A689-0279B58CA9D3}"/>
          </ac:grpSpMkLst>
        </pc:grpChg>
        <pc:grpChg chg="add mod">
          <ac:chgData name="COLELLA IVAN GIACOMO" userId="60999289-9d9b-4267-be49-83952bdd2ee4" providerId="ADAL" clId="{D9EDD200-EF4C-4A1B-B933-A7C25CBC917F}" dt="2025-04-20T19:50:13.049" v="4959" actId="1038"/>
          <ac:grpSpMkLst>
            <pc:docMk/>
            <pc:sldMk cId="1042292239" sldId="260"/>
            <ac:grpSpMk id="122" creationId="{5389E0D9-4EDB-C79D-8820-C55AF10E455E}"/>
          </ac:grpSpMkLst>
        </pc:grpChg>
        <pc:graphicFrameChg chg="del">
          <ac:chgData name="COLELLA IVAN GIACOMO" userId="60999289-9d9b-4267-be49-83952bdd2ee4" providerId="ADAL" clId="{D9EDD200-EF4C-4A1B-B933-A7C25CBC917F}" dt="2025-04-19T18:02:43.368" v="948" actId="478"/>
          <ac:graphicFrameMkLst>
            <pc:docMk/>
            <pc:sldMk cId="1042292239" sldId="260"/>
            <ac:graphicFrameMk id="20" creationId="{322D5DA2-75B7-70C2-F975-513EAA62DF68}"/>
          </ac:graphicFrameMkLst>
        </pc:graphicFrameChg>
        <pc:picChg chg="del">
          <ac:chgData name="COLELLA IVAN GIACOMO" userId="60999289-9d9b-4267-be49-83952bdd2ee4" providerId="ADAL" clId="{D9EDD200-EF4C-4A1B-B933-A7C25CBC917F}" dt="2025-04-19T18:02:42.031" v="947" actId="478"/>
          <ac:picMkLst>
            <pc:docMk/>
            <pc:sldMk cId="1042292239" sldId="260"/>
            <ac:picMk id="26" creationId="{CFCD75CD-FEBD-CDCE-9CB3-D01A4E7A3136}"/>
          </ac:picMkLst>
        </pc:picChg>
        <pc:picChg chg="del">
          <ac:chgData name="COLELLA IVAN GIACOMO" userId="60999289-9d9b-4267-be49-83952bdd2ee4" providerId="ADAL" clId="{D9EDD200-EF4C-4A1B-B933-A7C25CBC917F}" dt="2025-04-19T18:02:37.672" v="943" actId="478"/>
          <ac:picMkLst>
            <pc:docMk/>
            <pc:sldMk cId="1042292239" sldId="260"/>
            <ac:picMk id="33" creationId="{D6370A44-6D39-E499-F72D-70361FD600A5}"/>
          </ac:picMkLst>
        </pc:picChg>
        <pc:picChg chg="del">
          <ac:chgData name="COLELLA IVAN GIACOMO" userId="60999289-9d9b-4267-be49-83952bdd2ee4" providerId="ADAL" clId="{D9EDD200-EF4C-4A1B-B933-A7C25CBC917F}" dt="2025-04-19T18:03:55.064" v="963" actId="478"/>
          <ac:picMkLst>
            <pc:docMk/>
            <pc:sldMk cId="1042292239" sldId="260"/>
            <ac:picMk id="83" creationId="{8A79654B-4450-902E-CACE-4907D510422E}"/>
          </ac:picMkLst>
        </pc:picChg>
        <pc:picChg chg="mod">
          <ac:chgData name="COLELLA IVAN GIACOMO" userId="60999289-9d9b-4267-be49-83952bdd2ee4" providerId="ADAL" clId="{D9EDD200-EF4C-4A1B-B933-A7C25CBC917F}" dt="2025-04-19T18:03:37.860" v="960" actId="1076"/>
          <ac:picMkLst>
            <pc:docMk/>
            <pc:sldMk cId="1042292239" sldId="260"/>
            <ac:picMk id="85" creationId="{8D7CE2F9-6FA2-DB47-CD9B-7B85A87235AF}"/>
          </ac:picMkLst>
        </pc:picChg>
        <pc:picChg chg="mod">
          <ac:chgData name="COLELLA IVAN GIACOMO" userId="60999289-9d9b-4267-be49-83952bdd2ee4" providerId="ADAL" clId="{D9EDD200-EF4C-4A1B-B933-A7C25CBC917F}" dt="2025-04-19T18:03:32.039" v="959" actId="1076"/>
          <ac:picMkLst>
            <pc:docMk/>
            <pc:sldMk cId="1042292239" sldId="260"/>
            <ac:picMk id="87" creationId="{96C8729D-545F-0DD1-209D-7331B2136D9E}"/>
          </ac:picMkLst>
        </pc:picChg>
        <pc:picChg chg="mod">
          <ac:chgData name="COLELLA IVAN GIACOMO" userId="60999289-9d9b-4267-be49-83952bdd2ee4" providerId="ADAL" clId="{D9EDD200-EF4C-4A1B-B933-A7C25CBC917F}" dt="2025-04-19T18:03:21.855" v="956" actId="1076"/>
          <ac:picMkLst>
            <pc:docMk/>
            <pc:sldMk cId="1042292239" sldId="260"/>
            <ac:picMk id="89" creationId="{9ACABFAD-5636-3DF9-7CE9-FA48AF35D32B}"/>
          </ac:picMkLst>
        </pc:picChg>
        <pc:picChg chg="mod">
          <ac:chgData name="COLELLA IVAN GIACOMO" userId="60999289-9d9b-4267-be49-83952bdd2ee4" providerId="ADAL" clId="{D9EDD200-EF4C-4A1B-B933-A7C25CBC917F}" dt="2025-04-19T18:26:30.655" v="1123" actId="34135"/>
          <ac:picMkLst>
            <pc:docMk/>
            <pc:sldMk cId="1042292239" sldId="260"/>
            <ac:picMk id="92" creationId="{97A31050-A4A6-1C2D-598F-1F3260721C9C}"/>
          </ac:picMkLst>
        </pc:picChg>
        <pc:picChg chg="mod">
          <ac:chgData name="COLELLA IVAN GIACOMO" userId="60999289-9d9b-4267-be49-83952bdd2ee4" providerId="ADAL" clId="{D9EDD200-EF4C-4A1B-B933-A7C25CBC917F}" dt="2025-04-19T18:26:26.982" v="1122" actId="34135"/>
          <ac:picMkLst>
            <pc:docMk/>
            <pc:sldMk cId="1042292239" sldId="260"/>
            <ac:picMk id="94" creationId="{FD8E96A9-8DD5-23A0-BB15-035C9D0CD143}"/>
          </ac:picMkLst>
        </pc:picChg>
        <pc:picChg chg="add mod">
          <ac:chgData name="COLELLA IVAN GIACOMO" userId="60999289-9d9b-4267-be49-83952bdd2ee4" providerId="ADAL" clId="{D9EDD200-EF4C-4A1B-B933-A7C25CBC917F}" dt="2025-04-19T19:54:37.399" v="1363"/>
          <ac:picMkLst>
            <pc:docMk/>
            <pc:sldMk cId="1042292239" sldId="260"/>
            <ac:picMk id="101" creationId="{DD9DC73C-CF22-9E60-2345-291D59AA75BD}"/>
          </ac:picMkLst>
        </pc:picChg>
        <pc:picChg chg="add del mod">
          <ac:chgData name="COLELLA IVAN GIACOMO" userId="60999289-9d9b-4267-be49-83952bdd2ee4" providerId="ADAL" clId="{D9EDD200-EF4C-4A1B-B933-A7C25CBC917F}" dt="2025-04-19T19:54:58.020" v="1366" actId="478"/>
          <ac:picMkLst>
            <pc:docMk/>
            <pc:sldMk cId="1042292239" sldId="260"/>
            <ac:picMk id="103" creationId="{8DB3A23B-4B90-185C-DF5E-88007E120A73}"/>
          </ac:picMkLst>
        </pc:picChg>
        <pc:picChg chg="add del mod">
          <ac:chgData name="COLELLA IVAN GIACOMO" userId="60999289-9d9b-4267-be49-83952bdd2ee4" providerId="ADAL" clId="{D9EDD200-EF4C-4A1B-B933-A7C25CBC917F}" dt="2025-04-19T19:56:18.343" v="1377" actId="478"/>
          <ac:picMkLst>
            <pc:docMk/>
            <pc:sldMk cId="1042292239" sldId="260"/>
            <ac:picMk id="105" creationId="{EA3B01E7-D827-501F-756F-4940EA885825}"/>
          </ac:picMkLst>
        </pc:picChg>
        <pc:cxnChg chg="add del mod">
          <ac:chgData name="COLELLA IVAN GIACOMO" userId="60999289-9d9b-4267-be49-83952bdd2ee4" providerId="ADAL" clId="{D9EDD200-EF4C-4A1B-B933-A7C25CBC917F}" dt="2025-04-19T18:30:55.342" v="1172" actId="478"/>
          <ac:cxnSpMkLst>
            <pc:docMk/>
            <pc:sldMk cId="1042292239" sldId="260"/>
            <ac:cxnSpMk id="5" creationId="{4FDAC82C-9725-869D-B6A9-53DFEDC1CD1F}"/>
          </ac:cxnSpMkLst>
        </pc:cxnChg>
        <pc:cxnChg chg="add del mod">
          <ac:chgData name="COLELLA IVAN GIACOMO" userId="60999289-9d9b-4267-be49-83952bdd2ee4" providerId="ADAL" clId="{D9EDD200-EF4C-4A1B-B933-A7C25CBC917F}" dt="2025-04-19T19:56:20.753" v="1378" actId="478"/>
          <ac:cxnSpMkLst>
            <pc:docMk/>
            <pc:sldMk cId="1042292239" sldId="260"/>
            <ac:cxnSpMk id="16" creationId="{B438CC4D-D01E-7FCD-4A53-CC8803594168}"/>
          </ac:cxnSpMkLst>
        </pc:cxnChg>
        <pc:cxnChg chg="add del mod">
          <ac:chgData name="COLELLA IVAN GIACOMO" userId="60999289-9d9b-4267-be49-83952bdd2ee4" providerId="ADAL" clId="{D9EDD200-EF4C-4A1B-B933-A7C25CBC917F}" dt="2025-04-19T19:56:21.762" v="1379" actId="478"/>
          <ac:cxnSpMkLst>
            <pc:docMk/>
            <pc:sldMk cId="1042292239" sldId="260"/>
            <ac:cxnSpMk id="27" creationId="{0654E02E-655F-0DC3-6A2B-363FA1A48E91}"/>
          </ac:cxnSpMkLst>
        </pc:cxnChg>
        <pc:cxnChg chg="add del mod">
          <ac:chgData name="COLELLA IVAN GIACOMO" userId="60999289-9d9b-4267-be49-83952bdd2ee4" providerId="ADAL" clId="{D9EDD200-EF4C-4A1B-B933-A7C25CBC917F}" dt="2025-04-19T19:56:22.643" v="1380" actId="478"/>
          <ac:cxnSpMkLst>
            <pc:docMk/>
            <pc:sldMk cId="1042292239" sldId="260"/>
            <ac:cxnSpMk id="45" creationId="{1639A703-08C4-0451-D6E0-C28CC88850EC}"/>
          </ac:cxnSpMkLst>
        </pc:cxnChg>
        <pc:cxnChg chg="add del mod">
          <ac:chgData name="COLELLA IVAN GIACOMO" userId="60999289-9d9b-4267-be49-83952bdd2ee4" providerId="ADAL" clId="{D9EDD200-EF4C-4A1B-B933-A7C25CBC917F}" dt="2025-04-19T20:20:58.523" v="2164" actId="478"/>
          <ac:cxnSpMkLst>
            <pc:docMk/>
            <pc:sldMk cId="1042292239" sldId="260"/>
            <ac:cxnSpMk id="120" creationId="{F485DA96-4A03-CADC-C15F-2C81F8B8709D}"/>
          </ac:cxnSpMkLst>
        </pc:cxnChg>
      </pc:sldChg>
      <pc:sldChg chg="addSp delSp modSp new del mod">
        <pc:chgData name="COLELLA IVAN GIACOMO" userId="60999289-9d9b-4267-be49-83952bdd2ee4" providerId="ADAL" clId="{D9EDD200-EF4C-4A1B-B933-A7C25CBC917F}" dt="2025-04-19T17:34:38.792" v="730" actId="47"/>
        <pc:sldMkLst>
          <pc:docMk/>
          <pc:sldMk cId="1420783087" sldId="260"/>
        </pc:sldMkLst>
      </pc:sldChg>
      <pc:sldChg chg="addSp delSp modSp add mod modTransition">
        <pc:chgData name="COLELLA IVAN GIACOMO" userId="60999289-9d9b-4267-be49-83952bdd2ee4" providerId="ADAL" clId="{D9EDD200-EF4C-4A1B-B933-A7C25CBC917F}" dt="2025-04-19T23:35:11.226" v="3225" actId="790"/>
        <pc:sldMkLst>
          <pc:docMk/>
          <pc:sldMk cId="1870859187" sldId="261"/>
        </pc:sldMkLst>
        <pc:spChg chg="add del">
          <ac:chgData name="COLELLA IVAN GIACOMO" userId="60999289-9d9b-4267-be49-83952bdd2ee4" providerId="ADAL" clId="{D9EDD200-EF4C-4A1B-B933-A7C25CBC917F}" dt="2025-04-19T20:27:10.380" v="2189" actId="478"/>
          <ac:spMkLst>
            <pc:docMk/>
            <pc:sldMk cId="1870859187" sldId="261"/>
            <ac:spMk id="3" creationId="{84D5196D-3F62-D8FB-EDAD-0920BCAA5551}"/>
          </ac:spMkLst>
        </pc:spChg>
        <pc:spChg chg="add del mod">
          <ac:chgData name="COLELLA IVAN GIACOMO" userId="60999289-9d9b-4267-be49-83952bdd2ee4" providerId="ADAL" clId="{D9EDD200-EF4C-4A1B-B933-A7C25CBC917F}" dt="2025-04-19T20:35:59.352" v="2196"/>
          <ac:spMkLst>
            <pc:docMk/>
            <pc:sldMk cId="1870859187" sldId="261"/>
            <ac:spMk id="5" creationId="{45D33E8C-BA6B-2E52-0F55-35370133655A}"/>
          </ac:spMkLst>
        </pc:spChg>
        <pc:spChg chg="add mod or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6" creationId="{FA5653BC-9F91-FD2F-C276-70E5032052B6}"/>
          </ac:spMkLst>
        </pc:spChg>
        <pc:spChg chg="add mod or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8" creationId="{EF98A2E8-CD51-A2BF-BDC8-384BE9D363B7}"/>
          </ac:spMkLst>
        </pc:spChg>
        <pc:spChg chg="add mod ord">
          <ac:chgData name="COLELLA IVAN GIACOMO" userId="60999289-9d9b-4267-be49-83952bdd2ee4" providerId="ADAL" clId="{D9EDD200-EF4C-4A1B-B933-A7C25CBC917F}" dt="2025-04-19T20:59:21.022" v="2333" actId="164"/>
          <ac:spMkLst>
            <pc:docMk/>
            <pc:sldMk cId="1870859187" sldId="261"/>
            <ac:spMk id="10" creationId="{DF6B15E1-60EC-2363-16C7-CC34994CFC81}"/>
          </ac:spMkLst>
        </pc:spChg>
        <pc:spChg chg="add del">
          <ac:chgData name="COLELLA IVAN GIACOMO" userId="60999289-9d9b-4267-be49-83952bdd2ee4" providerId="ADAL" clId="{D9EDD200-EF4C-4A1B-B933-A7C25CBC917F}" dt="2025-04-19T20:42:46.604" v="2253" actId="22"/>
          <ac:spMkLst>
            <pc:docMk/>
            <pc:sldMk cId="1870859187" sldId="261"/>
            <ac:spMk id="12" creationId="{61C4CECC-7F99-A116-B0ED-36707634FDE8}"/>
          </ac:spMkLst>
        </pc:spChg>
        <pc:spChg chg="add mod ord">
          <ac:chgData name="COLELLA IVAN GIACOMO" userId="60999289-9d9b-4267-be49-83952bdd2ee4" providerId="ADAL" clId="{D9EDD200-EF4C-4A1B-B933-A7C25CBC917F}" dt="2025-04-19T21:15:06.875" v="2681" actId="113"/>
          <ac:spMkLst>
            <pc:docMk/>
            <pc:sldMk cId="1870859187" sldId="261"/>
            <ac:spMk id="14" creationId="{8DAC675B-2AF5-4B39-A46A-4CDDF53FA673}"/>
          </ac:spMkLst>
        </pc:spChg>
        <pc:spChg chg="add mod ord">
          <ac:chgData name="COLELLA IVAN GIACOMO" userId="60999289-9d9b-4267-be49-83952bdd2ee4" providerId="ADAL" clId="{D9EDD200-EF4C-4A1B-B933-A7C25CBC917F}" dt="2025-04-19T21:15:07.056" v="2682" actId="113"/>
          <ac:spMkLst>
            <pc:docMk/>
            <pc:sldMk cId="1870859187" sldId="261"/>
            <ac:spMk id="15" creationId="{F366660E-6C94-0E6B-DC91-43895864DFC8}"/>
          </ac:spMkLst>
        </pc:spChg>
        <pc:spChg chg="add mod ord">
          <ac:chgData name="COLELLA IVAN GIACOMO" userId="60999289-9d9b-4267-be49-83952bdd2ee4" providerId="ADAL" clId="{D9EDD200-EF4C-4A1B-B933-A7C25CBC917F}" dt="2025-04-19T21:15:17.476" v="2684" actId="1076"/>
          <ac:spMkLst>
            <pc:docMk/>
            <pc:sldMk cId="1870859187" sldId="261"/>
            <ac:spMk id="16" creationId="{8785951D-8477-D67F-6C7C-6238B60EC692}"/>
          </ac:spMkLst>
        </pc:spChg>
        <pc:spChg chg="add mod">
          <ac:chgData name="COLELLA IVAN GIACOMO" userId="60999289-9d9b-4267-be49-83952bdd2ee4" providerId="ADAL" clId="{D9EDD200-EF4C-4A1B-B933-A7C25CBC917F}" dt="2025-04-19T20:59:21.022" v="2333" actId="164"/>
          <ac:spMkLst>
            <pc:docMk/>
            <pc:sldMk cId="1870859187" sldId="261"/>
            <ac:spMk id="17" creationId="{23FD660F-B912-7BB1-76A9-7947F3A4BB0F}"/>
          </ac:spMkLst>
        </pc:spChg>
        <pc:spChg chg="add mod">
          <ac:chgData name="COLELLA IVAN GIACOMO" userId="60999289-9d9b-4267-be49-83952bdd2ee4" providerId="ADAL" clId="{D9EDD200-EF4C-4A1B-B933-A7C25CBC917F}" dt="2025-04-19T21:06:04.203" v="2582" actId="2085"/>
          <ac:spMkLst>
            <pc:docMk/>
            <pc:sldMk cId="1870859187" sldId="261"/>
            <ac:spMk id="19" creationId="{6C547B3F-F57C-4BE0-A9F9-D46AB090B535}"/>
          </ac:spMkLst>
        </pc:spChg>
        <pc:spChg chg="add mod">
          <ac:chgData name="COLELLA IVAN GIACOMO" userId="60999289-9d9b-4267-be49-83952bdd2ee4" providerId="ADAL" clId="{D9EDD200-EF4C-4A1B-B933-A7C25CBC917F}" dt="2025-04-19T21:01:37.784" v="2348" actId="1076"/>
          <ac:spMkLst>
            <pc:docMk/>
            <pc:sldMk cId="1870859187" sldId="261"/>
            <ac:spMk id="20" creationId="{E748025D-7198-49FF-B45A-910DFEB4504B}"/>
          </ac:spMkLst>
        </pc:spChg>
        <pc:spChg chg="add mod">
          <ac:chgData name="COLELLA IVAN GIACOMO" userId="60999289-9d9b-4267-be49-83952bdd2ee4" providerId="ADAL" clId="{D9EDD200-EF4C-4A1B-B933-A7C25CBC917F}" dt="2025-04-19T21:01:38.068" v="2349" actId="1076"/>
          <ac:spMkLst>
            <pc:docMk/>
            <pc:sldMk cId="1870859187" sldId="261"/>
            <ac:spMk id="21" creationId="{EA04D235-66CB-E94E-6DAE-2264AC4CD446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22" creationId="{A80ECD1E-F75A-8614-01AB-51295BAC09D7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23" creationId="{011E8E60-211E-E6E4-38FF-8C73BB279C01}"/>
          </ac:spMkLst>
        </pc:spChg>
        <pc:spChg chg="add del">
          <ac:chgData name="COLELLA IVAN GIACOMO" userId="60999289-9d9b-4267-be49-83952bdd2ee4" providerId="ADAL" clId="{D9EDD200-EF4C-4A1B-B933-A7C25CBC917F}" dt="2025-04-19T20:27:09.795" v="2188" actId="478"/>
          <ac:spMkLst>
            <pc:docMk/>
            <pc:sldMk cId="1870859187" sldId="261"/>
            <ac:spMk id="24" creationId="{8D228091-5231-F310-9761-5AAA8AC74A8A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43" creationId="{89D0C51A-331A-1131-099B-81D59191DF92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47" creationId="{84103489-5936-D1A7-2FBA-BE8DCC8DAA19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90" creationId="{997D364A-47A5-0980-25E4-4689BCD65828}"/>
          </ac:spMkLst>
        </pc:spChg>
        <pc:spChg chg="mod">
          <ac:chgData name="COLELLA IVAN GIACOMO" userId="60999289-9d9b-4267-be49-83952bdd2ee4" providerId="ADAL" clId="{D9EDD200-EF4C-4A1B-B933-A7C25CBC917F}" dt="2025-04-19T20:22:44.982" v="2177" actId="164"/>
          <ac:spMkLst>
            <pc:docMk/>
            <pc:sldMk cId="1870859187" sldId="261"/>
            <ac:spMk id="106" creationId="{A4B194C1-D711-AA7E-8164-E900C253E7F1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114" creationId="{E1A3AE72-7686-C175-4064-3CD6377DF4CE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116" creationId="{119256A1-9FCA-DDDF-7BFB-0E56851F0D6A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870859187" sldId="261"/>
            <ac:spMk id="117" creationId="{8ED7CE5E-2D4C-92E5-6402-BCA6F56B5C02}"/>
          </ac:spMkLst>
        </pc:spChg>
        <pc:spChg chg="mod">
          <ac:chgData name="COLELLA IVAN GIACOMO" userId="60999289-9d9b-4267-be49-83952bdd2ee4" providerId="ADAL" clId="{D9EDD200-EF4C-4A1B-B933-A7C25CBC917F}" dt="2025-04-19T20:22:44.982" v="2177" actId="164"/>
          <ac:spMkLst>
            <pc:docMk/>
            <pc:sldMk cId="1870859187" sldId="261"/>
            <ac:spMk id="118" creationId="{A8BD4DC5-4A25-2984-74C7-14B6D66A6909}"/>
          </ac:spMkLst>
        </pc:spChg>
        <pc:grpChg chg="add mod">
          <ac:chgData name="COLELLA IVAN GIACOMO" userId="60999289-9d9b-4267-be49-83952bdd2ee4" providerId="ADAL" clId="{D9EDD200-EF4C-4A1B-B933-A7C25CBC917F}" dt="2025-04-19T20:22:49.965" v="2178" actId="1076"/>
          <ac:grpSpMkLst>
            <pc:docMk/>
            <pc:sldMk cId="1870859187" sldId="261"/>
            <ac:grpSpMk id="4" creationId="{05DC0024-EF12-37EA-03FE-F03414220D2B}"/>
          </ac:grpSpMkLst>
        </pc:grpChg>
        <pc:grpChg chg="add mod">
          <ac:chgData name="COLELLA IVAN GIACOMO" userId="60999289-9d9b-4267-be49-83952bdd2ee4" providerId="ADAL" clId="{D9EDD200-EF4C-4A1B-B933-A7C25CBC917F}" dt="2025-04-19T21:03:16.012" v="2395" actId="1035"/>
          <ac:grpSpMkLst>
            <pc:docMk/>
            <pc:sldMk cId="1870859187" sldId="261"/>
            <ac:grpSpMk id="18" creationId="{F8B1B56C-7152-4FDF-F984-21B2EDA5C8D1}"/>
          </ac:grpSpMkLst>
        </pc:grpChg>
        <pc:grpChg chg="del">
          <ac:chgData name="COLELLA IVAN GIACOMO" userId="60999289-9d9b-4267-be49-83952bdd2ee4" providerId="ADAL" clId="{D9EDD200-EF4C-4A1B-B933-A7C25CBC917F}" dt="2025-04-19T20:22:28.074" v="2173" actId="478"/>
          <ac:grpSpMkLst>
            <pc:docMk/>
            <pc:sldMk cId="1870859187" sldId="261"/>
            <ac:grpSpMk id="31" creationId="{7A9E8374-E285-1CE4-E3F8-47D38F5F2614}"/>
          </ac:grpSpMkLst>
        </pc:grpChg>
        <pc:grpChg chg="del">
          <ac:chgData name="COLELLA IVAN GIACOMO" userId="60999289-9d9b-4267-be49-83952bdd2ee4" providerId="ADAL" clId="{D9EDD200-EF4C-4A1B-B933-A7C25CBC917F}" dt="2025-04-19T20:22:29.877" v="2174" actId="478"/>
          <ac:grpSpMkLst>
            <pc:docMk/>
            <pc:sldMk cId="1870859187" sldId="261"/>
            <ac:grpSpMk id="32" creationId="{B99D0FFF-A755-77B9-5B2B-A5AB60587E6D}"/>
          </ac:grpSpMkLst>
        </pc:grpChg>
        <pc:grpChg chg="del">
          <ac:chgData name="COLELLA IVAN GIACOMO" userId="60999289-9d9b-4267-be49-83952bdd2ee4" providerId="ADAL" clId="{D9EDD200-EF4C-4A1B-B933-A7C25CBC917F}" dt="2025-04-19T20:22:28.074" v="2173" actId="478"/>
          <ac:grpSpMkLst>
            <pc:docMk/>
            <pc:sldMk cId="1870859187" sldId="261"/>
            <ac:grpSpMk id="35" creationId="{B7E666E7-2D08-ED7E-662B-2585AEE781FF}"/>
          </ac:grpSpMkLst>
        </pc:grpChg>
        <pc:grpChg chg="del">
          <ac:chgData name="COLELLA IVAN GIACOMO" userId="60999289-9d9b-4267-be49-83952bdd2ee4" providerId="ADAL" clId="{D9EDD200-EF4C-4A1B-B933-A7C25CBC917F}" dt="2025-04-19T20:22:26.847" v="2172" actId="478"/>
          <ac:grpSpMkLst>
            <pc:docMk/>
            <pc:sldMk cId="1870859187" sldId="261"/>
            <ac:grpSpMk id="36" creationId="{FED37634-F8BF-5805-E781-7D657F3090CD}"/>
          </ac:grpSpMkLst>
        </pc:grpChg>
        <pc:grpChg chg="del">
          <ac:chgData name="COLELLA IVAN GIACOMO" userId="60999289-9d9b-4267-be49-83952bdd2ee4" providerId="ADAL" clId="{D9EDD200-EF4C-4A1B-B933-A7C25CBC917F}" dt="2025-04-19T20:22:24.949" v="2171" actId="478"/>
          <ac:grpSpMkLst>
            <pc:docMk/>
            <pc:sldMk cId="1870859187" sldId="261"/>
            <ac:grpSpMk id="37" creationId="{417317DF-BBFE-CD6D-56C1-ABDD53C7AB79}"/>
          </ac:grpSpMkLst>
        </pc:grpChg>
        <pc:grpChg chg="del">
          <ac:chgData name="COLELLA IVAN GIACOMO" userId="60999289-9d9b-4267-be49-83952bdd2ee4" providerId="ADAL" clId="{D9EDD200-EF4C-4A1B-B933-A7C25CBC917F}" dt="2025-04-19T20:22:26.847" v="2172" actId="478"/>
          <ac:grpSpMkLst>
            <pc:docMk/>
            <pc:sldMk cId="1870859187" sldId="261"/>
            <ac:grpSpMk id="38" creationId="{83A9E2C9-9325-0B9A-A896-C642073C038B}"/>
          </ac:grpSpMkLst>
        </pc:grpChg>
        <pc:grpChg chg="del">
          <ac:chgData name="COLELLA IVAN GIACOMO" userId="60999289-9d9b-4267-be49-83952bdd2ee4" providerId="ADAL" clId="{D9EDD200-EF4C-4A1B-B933-A7C25CBC917F}" dt="2025-04-19T20:22:29.877" v="2174" actId="478"/>
          <ac:grpSpMkLst>
            <pc:docMk/>
            <pc:sldMk cId="1870859187" sldId="261"/>
            <ac:grpSpMk id="39" creationId="{45B87E32-1FF6-2529-DCF5-C25540F0EABF}"/>
          </ac:grpSpMkLst>
        </pc:grpChg>
        <pc:grpChg chg="del">
          <ac:chgData name="COLELLA IVAN GIACOMO" userId="60999289-9d9b-4267-be49-83952bdd2ee4" providerId="ADAL" clId="{D9EDD200-EF4C-4A1B-B933-A7C25CBC917F}" dt="2025-04-19T20:22:24.949" v="2171" actId="478"/>
          <ac:grpSpMkLst>
            <pc:docMk/>
            <pc:sldMk cId="1870859187" sldId="261"/>
            <ac:grpSpMk id="40" creationId="{4A617EDF-2FA4-DD9F-B362-6BD615EDE0FD}"/>
          </ac:grpSpMkLst>
        </pc:grpChg>
        <pc:grpChg chg="add del">
          <ac:chgData name="COLELLA IVAN GIACOMO" userId="60999289-9d9b-4267-be49-83952bdd2ee4" providerId="ADAL" clId="{D9EDD200-EF4C-4A1B-B933-A7C25CBC917F}" dt="2025-04-19T20:27:09.795" v="2188" actId="478"/>
          <ac:grpSpMkLst>
            <pc:docMk/>
            <pc:sldMk cId="1870859187" sldId="261"/>
            <ac:grpSpMk id="109" creationId="{39A079A5-940F-CF3E-C5C8-86FC6985DCE7}"/>
          </ac:grpSpMkLst>
        </pc:grpChg>
        <pc:grpChg chg="add mod">
          <ac:chgData name="COLELLA IVAN GIACOMO" userId="60999289-9d9b-4267-be49-83952bdd2ee4" providerId="ADAL" clId="{D9EDD200-EF4C-4A1B-B933-A7C25CBC917F}" dt="2025-04-19T21:13:16.423" v="2659" actId="164"/>
          <ac:grpSpMkLst>
            <pc:docMk/>
            <pc:sldMk cId="1870859187" sldId="261"/>
            <ac:grpSpMk id="113" creationId="{0300DFAA-D531-C240-4DA7-7F56592168BC}"/>
          </ac:grpSpMkLst>
        </pc:grpChg>
        <pc:grpChg chg="add mod">
          <ac:chgData name="COLELLA IVAN GIACOMO" userId="60999289-9d9b-4267-be49-83952bdd2ee4" providerId="ADAL" clId="{D9EDD200-EF4C-4A1B-B933-A7C25CBC917F}" dt="2025-04-19T21:13:21.372" v="2660" actId="164"/>
          <ac:grpSpMkLst>
            <pc:docMk/>
            <pc:sldMk cId="1870859187" sldId="261"/>
            <ac:grpSpMk id="115" creationId="{B9884709-9D92-FD1D-3367-084110AD17C8}"/>
          </ac:grpSpMkLst>
        </pc:grpChg>
        <pc:grpChg chg="add mod">
          <ac:chgData name="COLELLA IVAN GIACOMO" userId="60999289-9d9b-4267-be49-83952bdd2ee4" providerId="ADAL" clId="{D9EDD200-EF4C-4A1B-B933-A7C25CBC917F}" dt="2025-04-19T21:13:26.949" v="2661" actId="164"/>
          <ac:grpSpMkLst>
            <pc:docMk/>
            <pc:sldMk cId="1870859187" sldId="261"/>
            <ac:grpSpMk id="119" creationId="{70473165-2160-AD22-BF47-5F5F89067C87}"/>
          </ac:grpSpMkLst>
        </pc:grpChg>
        <pc:picChg chg="del">
          <ac:chgData name="COLELLA IVAN GIACOMO" userId="60999289-9d9b-4267-be49-83952bdd2ee4" providerId="ADAL" clId="{D9EDD200-EF4C-4A1B-B933-A7C25CBC917F}" dt="2025-04-19T20:22:24.949" v="2171" actId="478"/>
          <ac:picMkLst>
            <pc:docMk/>
            <pc:sldMk cId="1870859187" sldId="261"/>
            <ac:picMk id="85" creationId="{C3A8A29E-036B-30A9-321B-7D19E06738D1}"/>
          </ac:picMkLst>
        </pc:picChg>
        <pc:picChg chg="del">
          <ac:chgData name="COLELLA IVAN GIACOMO" userId="60999289-9d9b-4267-be49-83952bdd2ee4" providerId="ADAL" clId="{D9EDD200-EF4C-4A1B-B933-A7C25CBC917F}" dt="2025-04-19T20:22:29.877" v="2174" actId="478"/>
          <ac:picMkLst>
            <pc:docMk/>
            <pc:sldMk cId="1870859187" sldId="261"/>
            <ac:picMk id="87" creationId="{2F244289-014C-A9E5-435B-455130E69A8A}"/>
          </ac:picMkLst>
        </pc:picChg>
        <pc:picChg chg="del">
          <ac:chgData name="COLELLA IVAN GIACOMO" userId="60999289-9d9b-4267-be49-83952bdd2ee4" providerId="ADAL" clId="{D9EDD200-EF4C-4A1B-B933-A7C25CBC917F}" dt="2025-04-19T20:22:26.847" v="2172" actId="478"/>
          <ac:picMkLst>
            <pc:docMk/>
            <pc:sldMk cId="1870859187" sldId="261"/>
            <ac:picMk id="89" creationId="{B59A9A73-55A6-2723-6269-3D796098A452}"/>
          </ac:picMkLst>
        </pc:picChg>
        <pc:picChg chg="add mod">
          <ac:chgData name="COLELLA IVAN GIACOMO" userId="60999289-9d9b-4267-be49-83952bdd2ee4" providerId="ADAL" clId="{D9EDD200-EF4C-4A1B-B933-A7C25CBC917F}" dt="2025-04-19T21:29:45.247" v="2690" actId="1076"/>
          <ac:picMkLst>
            <pc:docMk/>
            <pc:sldMk cId="1870859187" sldId="261"/>
            <ac:picMk id="121" creationId="{A966F05F-8CC4-6068-E85D-5328CB91DE50}"/>
          </ac:picMkLst>
        </pc:picChg>
        <pc:cxnChg chg="add del mod">
          <ac:chgData name="COLELLA IVAN GIACOMO" userId="60999289-9d9b-4267-be49-83952bdd2ee4" providerId="ADAL" clId="{D9EDD200-EF4C-4A1B-B933-A7C25CBC917F}" dt="2025-04-19T21:10:27.892" v="2619" actId="478"/>
          <ac:cxnSpMkLst>
            <pc:docMk/>
            <pc:sldMk cId="1870859187" sldId="261"/>
            <ac:cxnSpMk id="26" creationId="{3202C263-6248-3A71-4C8C-F3ACE70F37AA}"/>
          </ac:cxnSpMkLst>
        </pc:cxnChg>
        <pc:cxnChg chg="add del mod">
          <ac:chgData name="COLELLA IVAN GIACOMO" userId="60999289-9d9b-4267-be49-83952bdd2ee4" providerId="ADAL" clId="{D9EDD200-EF4C-4A1B-B933-A7C25CBC917F}" dt="2025-04-19T21:10:28.790" v="2620" actId="478"/>
          <ac:cxnSpMkLst>
            <pc:docMk/>
            <pc:sldMk cId="1870859187" sldId="261"/>
            <ac:cxnSpMk id="28" creationId="{4889A530-4BAF-7A05-6CA7-ED4AD8F5C758}"/>
          </ac:cxnSpMkLst>
        </pc:cxnChg>
        <pc:cxnChg chg="add del mod">
          <ac:chgData name="COLELLA IVAN GIACOMO" userId="60999289-9d9b-4267-be49-83952bdd2ee4" providerId="ADAL" clId="{D9EDD200-EF4C-4A1B-B933-A7C25CBC917F}" dt="2025-04-19T21:10:29.743" v="2621" actId="478"/>
          <ac:cxnSpMkLst>
            <pc:docMk/>
            <pc:sldMk cId="1870859187" sldId="261"/>
            <ac:cxnSpMk id="29" creationId="{37ED8B63-733A-2429-4279-213FB33A1DD9}"/>
          </ac:cxnSpMkLst>
        </pc:cxnChg>
        <pc:cxnChg chg="add del mod">
          <ac:chgData name="COLELLA IVAN GIACOMO" userId="60999289-9d9b-4267-be49-83952bdd2ee4" providerId="ADAL" clId="{D9EDD200-EF4C-4A1B-B933-A7C25CBC917F}" dt="2025-04-19T21:13:16.423" v="2659" actId="164"/>
          <ac:cxnSpMkLst>
            <pc:docMk/>
            <pc:sldMk cId="1870859187" sldId="261"/>
            <ac:cxnSpMk id="34" creationId="{BCFBD3EB-D7EB-0F0F-BE83-B2F5666B78E1}"/>
          </ac:cxnSpMkLst>
        </pc:cxnChg>
        <pc:cxnChg chg="add del mod">
          <ac:chgData name="COLELLA IVAN GIACOMO" userId="60999289-9d9b-4267-be49-83952bdd2ee4" providerId="ADAL" clId="{D9EDD200-EF4C-4A1B-B933-A7C25CBC917F}" dt="2025-04-19T21:13:21.372" v="2660" actId="164"/>
          <ac:cxnSpMkLst>
            <pc:docMk/>
            <pc:sldMk cId="1870859187" sldId="261"/>
            <ac:cxnSpMk id="45" creationId="{E139130C-2651-B167-BF1B-AD85BAFF1F5A}"/>
          </ac:cxnSpMkLst>
        </pc:cxnChg>
        <pc:cxnChg chg="add del mod">
          <ac:chgData name="COLELLA IVAN GIACOMO" userId="60999289-9d9b-4267-be49-83952bdd2ee4" providerId="ADAL" clId="{D9EDD200-EF4C-4A1B-B933-A7C25CBC917F}" dt="2025-04-19T21:13:26.949" v="2661" actId="164"/>
          <ac:cxnSpMkLst>
            <pc:docMk/>
            <pc:sldMk cId="1870859187" sldId="261"/>
            <ac:cxnSpMk id="51" creationId="{E66C57B5-BE25-B1B5-62E8-FF3FCCADDA58}"/>
          </ac:cxnSpMkLst>
        </pc:cxnChg>
        <pc:cxnChg chg="add del mod">
          <ac:chgData name="COLELLA IVAN GIACOMO" userId="60999289-9d9b-4267-be49-83952bdd2ee4" providerId="ADAL" clId="{D9EDD200-EF4C-4A1B-B933-A7C25CBC917F}" dt="2025-04-19T21:10:13.932" v="2617" actId="11529"/>
          <ac:cxnSpMkLst>
            <pc:docMk/>
            <pc:sldMk cId="1870859187" sldId="261"/>
            <ac:cxnSpMk id="72" creationId="{8187693B-3A20-A477-E43A-800B2CC6D0BF}"/>
          </ac:cxnSpMkLst>
        </pc:cxnChg>
        <pc:cxnChg chg="add mod">
          <ac:chgData name="COLELLA IVAN GIACOMO" userId="60999289-9d9b-4267-be49-83952bdd2ee4" providerId="ADAL" clId="{D9EDD200-EF4C-4A1B-B933-A7C25CBC917F}" dt="2025-04-19T21:13:16.423" v="2659" actId="164"/>
          <ac:cxnSpMkLst>
            <pc:docMk/>
            <pc:sldMk cId="1870859187" sldId="261"/>
            <ac:cxnSpMk id="86" creationId="{B197AAFA-D9EC-60B4-6CB5-D2A9C82A6067}"/>
          </ac:cxnSpMkLst>
        </pc:cxnChg>
        <pc:cxnChg chg="add mod">
          <ac:chgData name="COLELLA IVAN GIACOMO" userId="60999289-9d9b-4267-be49-83952bdd2ee4" providerId="ADAL" clId="{D9EDD200-EF4C-4A1B-B933-A7C25CBC917F}" dt="2025-04-19T21:13:21.372" v="2660" actId="164"/>
          <ac:cxnSpMkLst>
            <pc:docMk/>
            <pc:sldMk cId="1870859187" sldId="261"/>
            <ac:cxnSpMk id="88" creationId="{6D8299E0-4F9D-145E-D0B6-48484632B45C}"/>
          </ac:cxnSpMkLst>
        </pc:cxnChg>
        <pc:cxnChg chg="add mod">
          <ac:chgData name="COLELLA IVAN GIACOMO" userId="60999289-9d9b-4267-be49-83952bdd2ee4" providerId="ADAL" clId="{D9EDD200-EF4C-4A1B-B933-A7C25CBC917F}" dt="2025-04-19T21:13:26.949" v="2661" actId="164"/>
          <ac:cxnSpMkLst>
            <pc:docMk/>
            <pc:sldMk cId="1870859187" sldId="261"/>
            <ac:cxnSpMk id="95" creationId="{D2B358FC-59C3-C38A-1DD0-FE8A812BE973}"/>
          </ac:cxnSpMkLst>
        </pc:cxnChg>
      </pc:sldChg>
      <pc:sldChg chg="addSp delSp modSp add mod modTransition">
        <pc:chgData name="COLELLA IVAN GIACOMO" userId="60999289-9d9b-4267-be49-83952bdd2ee4" providerId="ADAL" clId="{D9EDD200-EF4C-4A1B-B933-A7C25CBC917F}" dt="2025-04-19T23:35:11.226" v="3225" actId="790"/>
        <pc:sldMkLst>
          <pc:docMk/>
          <pc:sldMk cId="1600187256" sldId="262"/>
        </pc:sldMkLst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2" creationId="{9F15B611-ADF1-EA57-0D67-049EA281EEC2}"/>
          </ac:spMkLst>
        </pc:spChg>
        <pc:spChg chg="del mod topLvl">
          <ac:chgData name="COLELLA IVAN GIACOMO" userId="60999289-9d9b-4267-be49-83952bdd2ee4" providerId="ADAL" clId="{D9EDD200-EF4C-4A1B-B933-A7C25CBC917F}" dt="2025-04-19T21:33:46.659" v="2714" actId="478"/>
          <ac:spMkLst>
            <pc:docMk/>
            <pc:sldMk cId="1600187256" sldId="262"/>
            <ac:spMk id="7" creationId="{0955B390-309D-3767-C669-EDCD820A5D01}"/>
          </ac:spMkLst>
        </pc:spChg>
        <pc:spChg chg="del mod topLvl">
          <ac:chgData name="COLELLA IVAN GIACOMO" userId="60999289-9d9b-4267-be49-83952bdd2ee4" providerId="ADAL" clId="{D9EDD200-EF4C-4A1B-B933-A7C25CBC917F}" dt="2025-04-19T21:36:38.706" v="2765" actId="478"/>
          <ac:spMkLst>
            <pc:docMk/>
            <pc:sldMk cId="1600187256" sldId="262"/>
            <ac:spMk id="9" creationId="{D9D58F6F-E9E7-AE16-27A2-A42E06BF6BDA}"/>
          </ac:spMkLst>
        </pc:spChg>
        <pc:spChg chg="mod ord topLvl">
          <ac:chgData name="COLELLA IVAN GIACOMO" userId="60999289-9d9b-4267-be49-83952bdd2ee4" providerId="ADAL" clId="{D9EDD200-EF4C-4A1B-B933-A7C25CBC917F}" dt="2025-04-19T21:36:57.648" v="2770" actId="1076"/>
          <ac:spMkLst>
            <pc:docMk/>
            <pc:sldMk cId="1600187256" sldId="262"/>
            <ac:spMk id="11" creationId="{20A68D9C-1758-2A87-A870-07A532D0B457}"/>
          </ac:spMkLst>
        </pc:spChg>
        <pc:spChg chg="add del mod">
          <ac:chgData name="COLELLA IVAN GIACOMO" userId="60999289-9d9b-4267-be49-83952bdd2ee4" providerId="ADAL" clId="{D9EDD200-EF4C-4A1B-B933-A7C25CBC917F}" dt="2025-04-19T21:49:03.375" v="2812" actId="478"/>
          <ac:spMkLst>
            <pc:docMk/>
            <pc:sldMk cId="1600187256" sldId="262"/>
            <ac:spMk id="12" creationId="{3F889B31-1DDF-3E5C-D0CF-A03AF94BEF95}"/>
          </ac:spMkLst>
        </pc:spChg>
        <pc:spChg chg="add del mod">
          <ac:chgData name="COLELLA IVAN GIACOMO" userId="60999289-9d9b-4267-be49-83952bdd2ee4" providerId="ADAL" clId="{D9EDD200-EF4C-4A1B-B933-A7C25CBC917F}" dt="2025-04-19T21:47:49.392" v="2799" actId="478"/>
          <ac:spMkLst>
            <pc:docMk/>
            <pc:sldMk cId="1600187256" sldId="262"/>
            <ac:spMk id="13" creationId="{58645CF6-77F9-7C88-A99E-A649B75D17D9}"/>
          </ac:spMkLst>
        </pc:spChg>
        <pc:spChg chg="del mod">
          <ac:chgData name="COLELLA IVAN GIACOMO" userId="60999289-9d9b-4267-be49-83952bdd2ee4" providerId="ADAL" clId="{D9EDD200-EF4C-4A1B-B933-A7C25CBC917F}" dt="2025-04-19T21:31:39.327" v="2702" actId="478"/>
          <ac:spMkLst>
            <pc:docMk/>
            <pc:sldMk cId="1600187256" sldId="262"/>
            <ac:spMk id="14" creationId="{2D5D096A-4B96-98EA-265E-C77E83A5A641}"/>
          </ac:spMkLst>
        </pc:spChg>
        <pc:spChg chg="del">
          <ac:chgData name="COLELLA IVAN GIACOMO" userId="60999289-9d9b-4267-be49-83952bdd2ee4" providerId="ADAL" clId="{D9EDD200-EF4C-4A1B-B933-A7C25CBC917F}" dt="2025-04-19T21:31:39.327" v="2702" actId="478"/>
          <ac:spMkLst>
            <pc:docMk/>
            <pc:sldMk cId="1600187256" sldId="262"/>
            <ac:spMk id="15" creationId="{FF0D25C1-A4E3-4944-0621-B094BC7745CB}"/>
          </ac:spMkLst>
        </pc:spChg>
        <pc:spChg chg="del">
          <ac:chgData name="COLELLA IVAN GIACOMO" userId="60999289-9d9b-4267-be49-83952bdd2ee4" providerId="ADAL" clId="{D9EDD200-EF4C-4A1B-B933-A7C25CBC917F}" dt="2025-04-19T21:31:39.327" v="2702" actId="478"/>
          <ac:spMkLst>
            <pc:docMk/>
            <pc:sldMk cId="1600187256" sldId="262"/>
            <ac:spMk id="16" creationId="{63DF6EC7-E80F-A924-7671-F4057E8EC9F6}"/>
          </ac:spMkLst>
        </pc:spChg>
        <pc:spChg chg="del">
          <ac:chgData name="COLELLA IVAN GIACOMO" userId="60999289-9d9b-4267-be49-83952bdd2ee4" providerId="ADAL" clId="{D9EDD200-EF4C-4A1B-B933-A7C25CBC917F}" dt="2025-04-19T21:31:39.327" v="2702" actId="478"/>
          <ac:spMkLst>
            <pc:docMk/>
            <pc:sldMk cId="1600187256" sldId="262"/>
            <ac:spMk id="19" creationId="{88F1EA9F-1569-0EF9-9938-6BBC0101DC13}"/>
          </ac:spMkLst>
        </pc:spChg>
        <pc:spChg chg="add del mod">
          <ac:chgData name="COLELLA IVAN GIACOMO" userId="60999289-9d9b-4267-be49-83952bdd2ee4" providerId="ADAL" clId="{D9EDD200-EF4C-4A1B-B933-A7C25CBC917F}" dt="2025-04-19T21:47:49.897" v="2800" actId="478"/>
          <ac:spMkLst>
            <pc:docMk/>
            <pc:sldMk cId="1600187256" sldId="262"/>
            <ac:spMk id="20" creationId="{8989E44B-862F-A4A9-9C18-D5AA41F291DD}"/>
          </ac:spMkLst>
        </pc:spChg>
        <pc:spChg chg="add del mod">
          <ac:chgData name="COLELLA IVAN GIACOMO" userId="60999289-9d9b-4267-be49-83952bdd2ee4" providerId="ADAL" clId="{D9EDD200-EF4C-4A1B-B933-A7C25CBC917F}" dt="2025-04-19T21:49:03.375" v="2812" actId="478"/>
          <ac:spMkLst>
            <pc:docMk/>
            <pc:sldMk cId="1600187256" sldId="262"/>
            <ac:spMk id="21" creationId="{179D8EC7-D07D-C646-083D-89E74F4E22B2}"/>
          </ac:spMkLst>
        </pc:spChg>
        <pc:spChg chg="del">
          <ac:chgData name="COLELLA IVAN GIACOMO" userId="60999289-9d9b-4267-be49-83952bdd2ee4" providerId="ADAL" clId="{D9EDD200-EF4C-4A1B-B933-A7C25CBC917F}" dt="2025-04-19T21:31:39.327" v="2702" actId="478"/>
          <ac:spMkLst>
            <pc:docMk/>
            <pc:sldMk cId="1600187256" sldId="262"/>
            <ac:spMk id="22" creationId="{BFA0BE25-AC9E-3AFE-58AE-D39FDD7C7D56}"/>
          </ac:spMkLst>
        </pc:spChg>
        <pc:spChg chg="del mod">
          <ac:chgData name="COLELLA IVAN GIACOMO" userId="60999289-9d9b-4267-be49-83952bdd2ee4" providerId="ADAL" clId="{D9EDD200-EF4C-4A1B-B933-A7C25CBC917F}" dt="2025-04-19T21:31:39.327" v="2702" actId="478"/>
          <ac:spMkLst>
            <pc:docMk/>
            <pc:sldMk cId="1600187256" sldId="262"/>
            <ac:spMk id="23" creationId="{BA2ADB67-E03B-15A6-C750-9A4979B292E8}"/>
          </ac:spMkLst>
        </pc:spChg>
        <pc:spChg chg="add del mod">
          <ac:chgData name="COLELLA IVAN GIACOMO" userId="60999289-9d9b-4267-be49-83952bdd2ee4" providerId="ADAL" clId="{D9EDD200-EF4C-4A1B-B933-A7C25CBC917F}" dt="2025-04-19T21:49:03.375" v="2812" actId="478"/>
          <ac:spMkLst>
            <pc:docMk/>
            <pc:sldMk cId="1600187256" sldId="262"/>
            <ac:spMk id="24" creationId="{38562E0F-61B0-9977-D569-463AD6E0BCEA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25" creationId="{744C5E08-6D7F-720F-3D73-95E6FEB43EAC}"/>
          </ac:spMkLst>
        </pc:spChg>
        <pc:spChg chg="add del mod">
          <ac:chgData name="COLELLA IVAN GIACOMO" userId="60999289-9d9b-4267-be49-83952bdd2ee4" providerId="ADAL" clId="{D9EDD200-EF4C-4A1B-B933-A7C25CBC917F}" dt="2025-04-19T21:50:31.974" v="2825" actId="478"/>
          <ac:spMkLst>
            <pc:docMk/>
            <pc:sldMk cId="1600187256" sldId="262"/>
            <ac:spMk id="26" creationId="{E5756CF2-E926-1026-6D8F-CB95C74DEE48}"/>
          </ac:spMkLst>
        </pc:spChg>
        <pc:spChg chg="add del mod">
          <ac:chgData name="COLELLA IVAN GIACOMO" userId="60999289-9d9b-4267-be49-83952bdd2ee4" providerId="ADAL" clId="{D9EDD200-EF4C-4A1B-B933-A7C25CBC917F}" dt="2025-04-19T21:50:31.974" v="2825" actId="478"/>
          <ac:spMkLst>
            <pc:docMk/>
            <pc:sldMk cId="1600187256" sldId="262"/>
            <ac:spMk id="27" creationId="{E4D0B10D-FE7F-3CB2-392B-59957BE3267F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28" creationId="{D200B9BC-FD6D-53AB-4A19-A8C71F765E17}"/>
          </ac:spMkLst>
        </pc:spChg>
        <pc:spChg chg="add mod">
          <ac:chgData name="COLELLA IVAN GIACOMO" userId="60999289-9d9b-4267-be49-83952bdd2ee4" providerId="ADAL" clId="{D9EDD200-EF4C-4A1B-B933-A7C25CBC917F}" dt="2025-04-19T22:00:44.519" v="2874" actId="14861"/>
          <ac:spMkLst>
            <pc:docMk/>
            <pc:sldMk cId="1600187256" sldId="262"/>
            <ac:spMk id="29" creationId="{5D0F6A97-30FE-DD45-A90E-56CC68A63318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40" creationId="{11E8BDB3-00FA-0623-3CCE-1449C89F61CC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42" creationId="{50ACD770-5CC5-87CA-E886-1A03D066356C}"/>
          </ac:spMkLst>
        </pc:spChg>
        <pc:spChg chg="mod ord topLvl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43" creationId="{B5F9A88C-BEC9-3E95-940F-BAD500EEA857}"/>
          </ac:spMkLst>
        </pc:spChg>
        <pc:spChg chg="mod topLvl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46" creationId="{D11C3845-BBD2-0BB1-8EA7-89123F6924FA}"/>
          </ac:spMkLst>
        </pc:spChg>
        <pc:spChg chg="add del mod topLvl">
          <ac:chgData name="COLELLA IVAN GIACOMO" userId="60999289-9d9b-4267-be49-83952bdd2ee4" providerId="ADAL" clId="{D9EDD200-EF4C-4A1B-B933-A7C25CBC917F}" dt="2025-04-19T21:36:15.401" v="2760" actId="478"/>
          <ac:spMkLst>
            <pc:docMk/>
            <pc:sldMk cId="1600187256" sldId="262"/>
            <ac:spMk id="47" creationId="{9A9AC879-21F1-3CE6-7C95-F99309E4EBD9}"/>
          </ac:spMkLst>
        </pc:spChg>
        <pc:spChg chg="add mod">
          <ac:chgData name="COLELLA IVAN GIACOMO" userId="60999289-9d9b-4267-be49-83952bdd2ee4" providerId="ADAL" clId="{D9EDD200-EF4C-4A1B-B933-A7C25CBC917F}" dt="2025-04-19T22:01:50.522" v="2904" actId="14100"/>
          <ac:spMkLst>
            <pc:docMk/>
            <pc:sldMk cId="1600187256" sldId="262"/>
            <ac:spMk id="48" creationId="{D7251B02-3FD5-7776-E6E2-7503643CA8E6}"/>
          </ac:spMkLst>
        </pc:spChg>
        <pc:spChg chg="add mod">
          <ac:chgData name="COLELLA IVAN GIACOMO" userId="60999289-9d9b-4267-be49-83952bdd2ee4" providerId="ADAL" clId="{D9EDD200-EF4C-4A1B-B933-A7C25CBC917F}" dt="2025-04-19T22:11:04.710" v="2976" actId="12"/>
          <ac:spMkLst>
            <pc:docMk/>
            <pc:sldMk cId="1600187256" sldId="262"/>
            <ac:spMk id="49" creationId="{81D51376-E1C4-FD98-D4C1-489DE07DC71D}"/>
          </ac:spMkLst>
        </pc:spChg>
        <pc:spChg chg="add del mod">
          <ac:chgData name="COLELLA IVAN GIACOMO" userId="60999289-9d9b-4267-be49-83952bdd2ee4" providerId="ADAL" clId="{D9EDD200-EF4C-4A1B-B933-A7C25CBC917F}" dt="2025-04-19T22:13:23.681" v="2987" actId="478"/>
          <ac:spMkLst>
            <pc:docMk/>
            <pc:sldMk cId="1600187256" sldId="262"/>
            <ac:spMk id="50" creationId="{704DAFBE-13F7-676A-BE1D-5CFD872821DC}"/>
          </ac:spMkLst>
        </pc:spChg>
        <pc:spChg chg="add del mod">
          <ac:chgData name="COLELLA IVAN GIACOMO" userId="60999289-9d9b-4267-be49-83952bdd2ee4" providerId="ADAL" clId="{D9EDD200-EF4C-4A1B-B933-A7C25CBC917F}" dt="2025-04-19T22:11:45.528" v="2978" actId="478"/>
          <ac:spMkLst>
            <pc:docMk/>
            <pc:sldMk cId="1600187256" sldId="262"/>
            <ac:spMk id="52" creationId="{3B75A1D5-FF55-29E0-ED85-177FF1BF3ABC}"/>
          </ac:spMkLst>
        </pc:spChg>
        <pc:spChg chg="add mod">
          <ac:chgData name="COLELLA IVAN GIACOMO" userId="60999289-9d9b-4267-be49-83952bdd2ee4" providerId="ADAL" clId="{D9EDD200-EF4C-4A1B-B933-A7C25CBC917F}" dt="2025-04-19T22:11:42.478" v="2977"/>
          <ac:spMkLst>
            <pc:docMk/>
            <pc:sldMk cId="1600187256" sldId="262"/>
            <ac:spMk id="55" creationId="{974600BA-C8FC-EFE5-F12D-E36063AD8B39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56" creationId="{4D7E01F4-DC5C-B0CB-54D3-931F7DB24E21}"/>
          </ac:spMkLst>
        </pc:spChg>
        <pc:spChg chg="add mod">
          <ac:chgData name="COLELLA IVAN GIACOMO" userId="60999289-9d9b-4267-be49-83952bdd2ee4" providerId="ADAL" clId="{D9EDD200-EF4C-4A1B-B933-A7C25CBC917F}" dt="2025-04-19T22:15:03.373" v="2994" actId="20577"/>
          <ac:spMkLst>
            <pc:docMk/>
            <pc:sldMk cId="1600187256" sldId="262"/>
            <ac:spMk id="57" creationId="{F8459FB7-E0C5-16F8-E523-F4E602A6C53B}"/>
          </ac:spMkLst>
        </pc:spChg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59" creationId="{E612F718-0600-DCFB-6E59-E37E115B3038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600187256" sldId="262"/>
            <ac:spMk id="90" creationId="{E4A3834F-75F4-A27F-5DA4-70FEB5597A6B}"/>
          </ac:spMkLst>
        </pc:spChg>
        <pc:spChg chg="del">
          <ac:chgData name="COLELLA IVAN GIACOMO" userId="60999289-9d9b-4267-be49-83952bdd2ee4" providerId="ADAL" clId="{D9EDD200-EF4C-4A1B-B933-A7C25CBC917F}" dt="2025-04-19T21:30:47.100" v="2692" actId="478"/>
          <ac:spMkLst>
            <pc:docMk/>
            <pc:sldMk cId="1600187256" sldId="262"/>
            <ac:spMk id="114" creationId="{279E3D1D-E8FE-AC8F-F70B-B519EF37B96F}"/>
          </ac:spMkLst>
        </pc:spChg>
        <pc:spChg chg="del">
          <ac:chgData name="COLELLA IVAN GIACOMO" userId="60999289-9d9b-4267-be49-83952bdd2ee4" providerId="ADAL" clId="{D9EDD200-EF4C-4A1B-B933-A7C25CBC917F}" dt="2025-04-19T21:30:52.341" v="2695" actId="478"/>
          <ac:spMkLst>
            <pc:docMk/>
            <pc:sldMk cId="1600187256" sldId="262"/>
            <ac:spMk id="116" creationId="{067EF81C-4704-012F-A585-954C558964BF}"/>
          </ac:spMkLst>
        </pc:spChg>
        <pc:spChg chg="del">
          <ac:chgData name="COLELLA IVAN GIACOMO" userId="60999289-9d9b-4267-be49-83952bdd2ee4" providerId="ADAL" clId="{D9EDD200-EF4C-4A1B-B933-A7C25CBC917F}" dt="2025-04-19T21:30:48.315" v="2693" actId="478"/>
          <ac:spMkLst>
            <pc:docMk/>
            <pc:sldMk cId="1600187256" sldId="262"/>
            <ac:spMk id="117" creationId="{7FBF31F4-81C5-85E4-364F-FAF9C0CEB149}"/>
          </ac:spMkLst>
        </pc:spChg>
        <pc:grpChg chg="add del mod">
          <ac:chgData name="COLELLA IVAN GIACOMO" userId="60999289-9d9b-4267-be49-83952bdd2ee4" providerId="ADAL" clId="{D9EDD200-EF4C-4A1B-B933-A7C25CBC917F}" dt="2025-04-19T21:33:46.659" v="2714" actId="478"/>
          <ac:grpSpMkLst>
            <pc:docMk/>
            <pc:sldMk cId="1600187256" sldId="262"/>
            <ac:grpSpMk id="3" creationId="{235FC3F5-FCCE-920E-258B-AA809D7511AC}"/>
          </ac:grpSpMkLst>
        </pc:grpChg>
        <pc:grpChg chg="del">
          <ac:chgData name="COLELLA IVAN GIACOMO" userId="60999289-9d9b-4267-be49-83952bdd2ee4" providerId="ADAL" clId="{D9EDD200-EF4C-4A1B-B933-A7C25CBC917F}" dt="2025-04-19T21:30:50.973" v="2694" actId="478"/>
          <ac:grpSpMkLst>
            <pc:docMk/>
            <pc:sldMk cId="1600187256" sldId="262"/>
            <ac:grpSpMk id="4" creationId="{50E0C149-30B7-78BD-AB8F-1ADBCE626370}"/>
          </ac:grpSpMkLst>
        </pc:grpChg>
        <pc:grpChg chg="del mod ord topLvl">
          <ac:chgData name="COLELLA IVAN GIACOMO" userId="60999289-9d9b-4267-be49-83952bdd2ee4" providerId="ADAL" clId="{D9EDD200-EF4C-4A1B-B933-A7C25CBC917F}" dt="2025-04-19T21:36:38.706" v="2765" actId="478"/>
          <ac:grpSpMkLst>
            <pc:docMk/>
            <pc:sldMk cId="1600187256" sldId="262"/>
            <ac:grpSpMk id="5" creationId="{3FEEE220-3C18-A386-9D29-3DAA56F531D8}"/>
          </ac:grpSpMkLst>
        </pc:grpChg>
        <pc:grpChg chg="del">
          <ac:chgData name="COLELLA IVAN GIACOMO" userId="60999289-9d9b-4267-be49-83952bdd2ee4" providerId="ADAL" clId="{D9EDD200-EF4C-4A1B-B933-A7C25CBC917F}" dt="2025-04-19T21:31:39.327" v="2702" actId="478"/>
          <ac:grpSpMkLst>
            <pc:docMk/>
            <pc:sldMk cId="1600187256" sldId="262"/>
            <ac:grpSpMk id="18" creationId="{50272047-D0DB-349B-D3F8-34565CB1005A}"/>
          </ac:grpSpMkLst>
        </pc:grpChg>
        <pc:grpChg chg="del mod">
          <ac:chgData name="COLELLA IVAN GIACOMO" userId="60999289-9d9b-4267-be49-83952bdd2ee4" providerId="ADAL" clId="{D9EDD200-EF4C-4A1B-B933-A7C25CBC917F}" dt="2025-04-19T21:32:55.015" v="2709" actId="165"/>
          <ac:grpSpMkLst>
            <pc:docMk/>
            <pc:sldMk cId="1600187256" sldId="262"/>
            <ac:grpSpMk id="41" creationId="{D8F9A00A-0DC9-74C6-FDBD-6DADF17CCDFD}"/>
          </ac:grpSpMkLst>
        </pc:grpChg>
        <pc:grpChg chg="add del mod topLvl">
          <ac:chgData name="COLELLA IVAN GIACOMO" userId="60999289-9d9b-4267-be49-83952bdd2ee4" providerId="ADAL" clId="{D9EDD200-EF4C-4A1B-B933-A7C25CBC917F}" dt="2025-04-19T21:36:15.401" v="2760" actId="478"/>
          <ac:grpSpMkLst>
            <pc:docMk/>
            <pc:sldMk cId="1600187256" sldId="262"/>
            <ac:grpSpMk id="44" creationId="{30C7FF08-9A95-6F81-DA51-42CB8F51AB82}"/>
          </ac:grpSpMkLst>
        </pc:grpChg>
        <pc:grpChg chg="del">
          <ac:chgData name="COLELLA IVAN GIACOMO" userId="60999289-9d9b-4267-be49-83952bdd2ee4" providerId="ADAL" clId="{D9EDD200-EF4C-4A1B-B933-A7C25CBC917F}" dt="2025-04-19T21:31:39.327" v="2702" actId="478"/>
          <ac:grpSpMkLst>
            <pc:docMk/>
            <pc:sldMk cId="1600187256" sldId="262"/>
            <ac:grpSpMk id="113" creationId="{451F3825-9DCE-3355-E48A-6DC06E6975D3}"/>
          </ac:grpSpMkLst>
        </pc:grpChg>
        <pc:grpChg chg="del">
          <ac:chgData name="COLELLA IVAN GIACOMO" userId="60999289-9d9b-4267-be49-83952bdd2ee4" providerId="ADAL" clId="{D9EDD200-EF4C-4A1B-B933-A7C25CBC917F}" dt="2025-04-19T21:31:39.327" v="2702" actId="478"/>
          <ac:grpSpMkLst>
            <pc:docMk/>
            <pc:sldMk cId="1600187256" sldId="262"/>
            <ac:grpSpMk id="115" creationId="{C2E0021F-2CF7-C28A-61A8-EBD71DC6EEE4}"/>
          </ac:grpSpMkLst>
        </pc:grpChg>
        <pc:grpChg chg="del mod">
          <ac:chgData name="COLELLA IVAN GIACOMO" userId="60999289-9d9b-4267-be49-83952bdd2ee4" providerId="ADAL" clId="{D9EDD200-EF4C-4A1B-B933-A7C25CBC917F}" dt="2025-04-19T21:31:39.327" v="2702" actId="478"/>
          <ac:grpSpMkLst>
            <pc:docMk/>
            <pc:sldMk cId="1600187256" sldId="262"/>
            <ac:grpSpMk id="119" creationId="{884E36A0-3532-9783-A3FE-BE47C8CCF762}"/>
          </ac:grpSpMkLst>
        </pc:grpChg>
        <pc:picChg chg="add mod">
          <ac:chgData name="COLELLA IVAN GIACOMO" userId="60999289-9d9b-4267-be49-83952bdd2ee4" providerId="ADAL" clId="{D9EDD200-EF4C-4A1B-B933-A7C25CBC917F}" dt="2025-04-19T21:59:15.873" v="2862" actId="1076"/>
          <ac:picMkLst>
            <pc:docMk/>
            <pc:sldMk cId="1600187256" sldId="262"/>
            <ac:picMk id="31" creationId="{B3420DA2-429E-28ED-5A80-EB4B60DBC059}"/>
          </ac:picMkLst>
        </pc:picChg>
        <pc:picChg chg="add mod">
          <ac:chgData name="COLELLA IVAN GIACOMO" userId="60999289-9d9b-4267-be49-83952bdd2ee4" providerId="ADAL" clId="{D9EDD200-EF4C-4A1B-B933-A7C25CBC917F}" dt="2025-04-19T21:59:36.810" v="2865" actId="1076"/>
          <ac:picMkLst>
            <pc:docMk/>
            <pc:sldMk cId="1600187256" sldId="262"/>
            <ac:picMk id="33" creationId="{E978A1A9-7C0C-F032-580C-0D8FCE43A79A}"/>
          </ac:picMkLst>
        </pc:picChg>
        <pc:picChg chg="add del mod">
          <ac:chgData name="COLELLA IVAN GIACOMO" userId="60999289-9d9b-4267-be49-83952bdd2ee4" providerId="ADAL" clId="{D9EDD200-EF4C-4A1B-B933-A7C25CBC917F}" dt="2025-04-19T21:57:41.954" v="2847" actId="478"/>
          <ac:picMkLst>
            <pc:docMk/>
            <pc:sldMk cId="1600187256" sldId="262"/>
            <ac:picMk id="36" creationId="{6E69A51E-B96C-67FE-C7E0-A1CDB760F210}"/>
          </ac:picMkLst>
        </pc:picChg>
        <pc:picChg chg="add mod">
          <ac:chgData name="COLELLA IVAN GIACOMO" userId="60999289-9d9b-4267-be49-83952bdd2ee4" providerId="ADAL" clId="{D9EDD200-EF4C-4A1B-B933-A7C25CBC917F}" dt="2025-04-19T21:59:50.815" v="2872" actId="1037"/>
          <ac:picMkLst>
            <pc:docMk/>
            <pc:sldMk cId="1600187256" sldId="262"/>
            <ac:picMk id="38" creationId="{EFB33FD4-20D4-2058-7C3D-C25F725AEAD5}"/>
          </ac:picMkLst>
        </pc:picChg>
        <pc:picChg chg="add del">
          <ac:chgData name="COLELLA IVAN GIACOMO" userId="60999289-9d9b-4267-be49-83952bdd2ee4" providerId="ADAL" clId="{D9EDD200-EF4C-4A1B-B933-A7C25CBC917F}" dt="2025-04-19T22:08:14.449" v="2928" actId="22"/>
          <ac:picMkLst>
            <pc:docMk/>
            <pc:sldMk cId="1600187256" sldId="262"/>
            <ac:picMk id="54" creationId="{0340685A-3AF6-D3E5-5D18-334D13E71F42}"/>
          </ac:picMkLst>
        </pc:picChg>
        <pc:picChg chg="del">
          <ac:chgData name="COLELLA IVAN GIACOMO" userId="60999289-9d9b-4267-be49-83952bdd2ee4" providerId="ADAL" clId="{D9EDD200-EF4C-4A1B-B933-A7C25CBC917F}" dt="2025-04-19T21:31:40.251" v="2703" actId="478"/>
          <ac:picMkLst>
            <pc:docMk/>
            <pc:sldMk cId="1600187256" sldId="262"/>
            <ac:picMk id="121" creationId="{AEFB4354-C9E1-F76B-E29C-EE15C9060298}"/>
          </ac:picMkLst>
        </pc:picChg>
        <pc:cxnChg chg="mod">
          <ac:chgData name="COLELLA IVAN GIACOMO" userId="60999289-9d9b-4267-be49-83952bdd2ee4" providerId="ADAL" clId="{D9EDD200-EF4C-4A1B-B933-A7C25CBC917F}" dt="2025-04-19T21:31:32.431" v="2701" actId="1076"/>
          <ac:cxnSpMkLst>
            <pc:docMk/>
            <pc:sldMk cId="1600187256" sldId="262"/>
            <ac:cxnSpMk id="95" creationId="{56C20FDE-E294-C3A1-4D3A-630C189C06CC}"/>
          </ac:cxnSpMkLst>
        </pc:cxnChg>
      </pc:sldChg>
      <pc:sldChg chg="addSp delSp modSp add mod modTransition">
        <pc:chgData name="COLELLA IVAN GIACOMO" userId="60999289-9d9b-4267-be49-83952bdd2ee4" providerId="ADAL" clId="{D9EDD200-EF4C-4A1B-B933-A7C25CBC917F}" dt="2025-04-20T19:52:01.610" v="4980"/>
        <pc:sldMkLst>
          <pc:docMk/>
          <pc:sldMk cId="1478430076" sldId="263"/>
        </pc:sldMkLst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478430076" sldId="263"/>
            <ac:spMk id="2" creationId="{2F5454B6-BF6C-7391-A901-182E74268098}"/>
          </ac:spMkLst>
        </pc:spChg>
        <pc:spChg chg="add mod or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478430076" sldId="263"/>
            <ac:spMk id="3" creationId="{78A2653D-B5A9-EED7-C0CF-DE0DCCA7733B}"/>
          </ac:spMkLst>
        </pc:spChg>
        <pc:spChg chg="add mod">
          <ac:chgData name="COLELLA IVAN GIACOMO" userId="60999289-9d9b-4267-be49-83952bdd2ee4" providerId="ADAL" clId="{D9EDD200-EF4C-4A1B-B933-A7C25CBC917F}" dt="2025-04-20T16:54:03.836" v="3875" actId="113"/>
          <ac:spMkLst>
            <pc:docMk/>
            <pc:sldMk cId="1478430076" sldId="263"/>
            <ac:spMk id="4" creationId="{2961A654-8D15-1D82-7C6B-9EB857C1FD91}"/>
          </ac:spMkLst>
        </pc:spChg>
        <pc:spChg chg="add del mod">
          <ac:chgData name="COLELLA IVAN GIACOMO" userId="60999289-9d9b-4267-be49-83952bdd2ee4" providerId="ADAL" clId="{D9EDD200-EF4C-4A1B-B933-A7C25CBC917F}" dt="2025-04-20T00:34:57.515" v="3601" actId="478"/>
          <ac:spMkLst>
            <pc:docMk/>
            <pc:sldMk cId="1478430076" sldId="263"/>
            <ac:spMk id="5" creationId="{E23D85E1-FD70-57D6-5FA6-7249051A1768}"/>
          </ac:spMkLst>
        </pc:spChg>
        <pc:spChg chg="add del mod">
          <ac:chgData name="COLELLA IVAN GIACOMO" userId="60999289-9d9b-4267-be49-83952bdd2ee4" providerId="ADAL" clId="{D9EDD200-EF4C-4A1B-B933-A7C25CBC917F}" dt="2025-04-20T00:34:52.933" v="3600" actId="478"/>
          <ac:spMkLst>
            <pc:docMk/>
            <pc:sldMk cId="1478430076" sldId="263"/>
            <ac:spMk id="6" creationId="{9F64FF34-DD77-D159-95CD-A375F020859F}"/>
          </ac:spMkLst>
        </pc:spChg>
        <pc:spChg chg="add mod">
          <ac:chgData name="COLELLA IVAN GIACOMO" userId="60999289-9d9b-4267-be49-83952bdd2ee4" providerId="ADAL" clId="{D9EDD200-EF4C-4A1B-B933-A7C25CBC917F}" dt="2025-04-20T00:46:16.551" v="3607"/>
          <ac:spMkLst>
            <pc:docMk/>
            <pc:sldMk cId="1478430076" sldId="263"/>
            <ac:spMk id="7" creationId="{60E0986D-D888-DC17-01CF-6A9A61A57E1D}"/>
          </ac:spMkLst>
        </pc:spChg>
        <pc:spChg chg="add mod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9" creationId="{A6CD5F20-636D-A11B-184D-58737DFED5B7}"/>
          </ac:spMkLst>
        </pc:spChg>
        <pc:spChg chg="del">
          <ac:chgData name="COLELLA IVAN GIACOMO" userId="60999289-9d9b-4267-be49-83952bdd2ee4" providerId="ADAL" clId="{D9EDD200-EF4C-4A1B-B933-A7C25CBC917F}" dt="2025-04-19T22:20:58.636" v="3088" actId="478"/>
          <ac:spMkLst>
            <pc:docMk/>
            <pc:sldMk cId="1478430076" sldId="263"/>
            <ac:spMk id="11" creationId="{0031CF1B-ED01-24DC-3F93-6D5D652757C0}"/>
          </ac:spMkLst>
        </pc:spChg>
        <pc:spChg chg="add mod topLvl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11" creationId="{70077286-18DE-A0B0-99BF-851F1C92128D}"/>
          </ac:spMkLst>
        </pc:spChg>
        <pc:spChg chg="add mod topLvl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13" creationId="{D0761788-F7F4-966B-DAB0-A027E548831D}"/>
          </ac:spMkLst>
        </pc:spChg>
        <pc:spChg chg="add mod topLvl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15" creationId="{2061CFB5-9A0D-7FE5-2C9C-233572103BF9}"/>
          </ac:spMkLst>
        </pc:spChg>
        <pc:spChg chg="add mod topLvl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17" creationId="{1B17BB53-C67F-71F9-0ADB-909A34A74AEB}"/>
          </ac:spMkLst>
        </pc:spChg>
        <pc:spChg chg="add mod topLvl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19" creationId="{64F6B2A4-43F4-77CE-4638-E680B0F87C67}"/>
          </ac:spMkLst>
        </pc:spChg>
        <pc:spChg chg="add mod topLvl">
          <ac:chgData name="COLELLA IVAN GIACOMO" userId="60999289-9d9b-4267-be49-83952bdd2ee4" providerId="ADAL" clId="{D9EDD200-EF4C-4A1B-B933-A7C25CBC917F}" dt="2025-04-20T17:13:21.117" v="4107" actId="1038"/>
          <ac:spMkLst>
            <pc:docMk/>
            <pc:sldMk cId="1478430076" sldId="263"/>
            <ac:spMk id="21" creationId="{36F86F16-CA27-D16D-9DB8-E61270E6500F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25" creationId="{7C553075-DE22-B76B-FA71-B422AABF2999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28" creationId="{B4BA5D8C-8EF4-C242-29BB-8C984C4267B8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29" creationId="{DDCBE8AE-77D5-AA3A-1316-BB542FD8C5FB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40" creationId="{AC360428-8324-2A8C-B668-A13EC84FF585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42" creationId="{EC827E30-A9EF-BE6D-4966-0FE5CA928BE1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478430076" sldId="263"/>
            <ac:spMk id="43" creationId="{0F90B3DD-7057-A24C-AF2A-B5C6D798F353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478430076" sldId="263"/>
            <ac:spMk id="46" creationId="{0EB24B53-F23C-47DA-53B5-43227871F882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48" creationId="{68A63A74-D86F-249A-50C5-C5B9F6BE66AA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49" creationId="{5AF318EE-82CE-744C-3D6C-AD9B4F4301F0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56" creationId="{214F4867-8744-A368-4BFE-DAABE6B3D6D6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57" creationId="{D655D5B4-50D4-985D-C8D4-1FB68F5B5EF6}"/>
          </ac:spMkLst>
        </pc:spChg>
        <pc:spChg chg="del">
          <ac:chgData name="COLELLA IVAN GIACOMO" userId="60999289-9d9b-4267-be49-83952bdd2ee4" providerId="ADAL" clId="{D9EDD200-EF4C-4A1B-B933-A7C25CBC917F}" dt="2025-04-19T22:20:01.425" v="3080" actId="478"/>
          <ac:spMkLst>
            <pc:docMk/>
            <pc:sldMk cId="1478430076" sldId="263"/>
            <ac:spMk id="59" creationId="{27BD6176-E592-4E4F-4CC5-D27E3CB34066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1478430076" sldId="263"/>
            <ac:spMk id="90" creationId="{7C5A9EA4-4117-DE32-F521-AD6ABBA6586A}"/>
          </ac:spMkLst>
        </pc:spChg>
        <pc:grpChg chg="add del mod">
          <ac:chgData name="COLELLA IVAN GIACOMO" userId="60999289-9d9b-4267-be49-83952bdd2ee4" providerId="ADAL" clId="{D9EDD200-EF4C-4A1B-B933-A7C25CBC917F}" dt="2025-04-20T17:07:47.489" v="3996" actId="165"/>
          <ac:grpSpMkLst>
            <pc:docMk/>
            <pc:sldMk cId="1478430076" sldId="263"/>
            <ac:grpSpMk id="22" creationId="{8228D8E7-DAA4-B7DB-5BA2-06FD3F3D8D7F}"/>
          </ac:grpSpMkLst>
        </pc:grpChg>
        <pc:grpChg chg="add del mod">
          <ac:chgData name="COLELLA IVAN GIACOMO" userId="60999289-9d9b-4267-be49-83952bdd2ee4" providerId="ADAL" clId="{D9EDD200-EF4C-4A1B-B933-A7C25CBC917F}" dt="2025-04-20T17:07:47.489" v="3996" actId="165"/>
          <ac:grpSpMkLst>
            <pc:docMk/>
            <pc:sldMk cId="1478430076" sldId="263"/>
            <ac:grpSpMk id="23" creationId="{E9F2700E-59C7-750A-5820-06DB6A3D6F7A}"/>
          </ac:grpSpMkLst>
        </pc:grpChg>
        <pc:grpChg chg="add del mod">
          <ac:chgData name="COLELLA IVAN GIACOMO" userId="60999289-9d9b-4267-be49-83952bdd2ee4" providerId="ADAL" clId="{D9EDD200-EF4C-4A1B-B933-A7C25CBC917F}" dt="2025-04-20T17:07:47.489" v="3996" actId="165"/>
          <ac:grpSpMkLst>
            <pc:docMk/>
            <pc:sldMk cId="1478430076" sldId="263"/>
            <ac:grpSpMk id="24" creationId="{B9243852-5F11-25CD-22B1-DE7EE6A7FFFB}"/>
          </ac:grpSpMkLst>
        </pc:grpChg>
      </pc:sldChg>
      <pc:sldChg chg="addSp delSp modSp add mod ord modTransition">
        <pc:chgData name="COLELLA IVAN GIACOMO" userId="60999289-9d9b-4267-be49-83952bdd2ee4" providerId="ADAL" clId="{D9EDD200-EF4C-4A1B-B933-A7C25CBC917F}" dt="2025-04-20T19:52:18.628" v="4982"/>
        <pc:sldMkLst>
          <pc:docMk/>
          <pc:sldMk cId="3470543041" sldId="264"/>
        </pc:sldMkLst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470543041" sldId="264"/>
            <ac:spMk id="2" creationId="{1A52CF85-C3ED-610B-2A15-C871D12CB3BE}"/>
          </ac:spMkLst>
        </pc:spChg>
        <pc:spChg chg="del">
          <ac:chgData name="COLELLA IVAN GIACOMO" userId="60999289-9d9b-4267-be49-83952bdd2ee4" providerId="ADAL" clId="{D9EDD200-EF4C-4A1B-B933-A7C25CBC917F}" dt="2025-04-19T23:30:50.662" v="3188" actId="478"/>
          <ac:spMkLst>
            <pc:docMk/>
            <pc:sldMk cId="3470543041" sldId="264"/>
            <ac:spMk id="3" creationId="{7CAADEDA-EDCA-9D93-0899-C185CAFEF578}"/>
          </ac:spMkLst>
        </pc:spChg>
        <pc:spChg chg="add del mod topLvl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470543041" sldId="264"/>
            <ac:spMk id="6" creationId="{A17AAB59-15C4-147F-7844-FC2B268DC24E}"/>
          </ac:spMkLst>
        </pc:spChg>
        <pc:spChg chg="del mod">
          <ac:chgData name="COLELLA IVAN GIACOMO" userId="60999289-9d9b-4267-be49-83952bdd2ee4" providerId="ADAL" clId="{D9EDD200-EF4C-4A1B-B933-A7C25CBC917F}" dt="2025-04-19T23:30:04.939" v="3171" actId="478"/>
          <ac:spMkLst>
            <pc:docMk/>
            <pc:sldMk cId="3470543041" sldId="264"/>
            <ac:spMk id="9" creationId="{94059F45-ED9C-73AC-0332-2996368B0F59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470543041" sldId="264"/>
            <ac:spMk id="10" creationId="{22F9688F-FE3E-F486-9E6F-82414B6D2996}"/>
          </ac:spMkLst>
        </pc:spChg>
        <pc:spChg chg="add mod">
          <ac:chgData name="COLELLA IVAN GIACOMO" userId="60999289-9d9b-4267-be49-83952bdd2ee4" providerId="ADAL" clId="{D9EDD200-EF4C-4A1B-B933-A7C25CBC917F}" dt="2025-04-19T23:47:29.306" v="3373" actId="1076"/>
          <ac:spMkLst>
            <pc:docMk/>
            <pc:sldMk cId="3470543041" sldId="264"/>
            <ac:spMk id="15" creationId="{0B0371B1-7D83-B802-4FF8-F4FA3DBF0C69}"/>
          </ac:spMkLst>
        </pc:spChg>
        <pc:spChg chg="add del mod">
          <ac:chgData name="COLELLA IVAN GIACOMO" userId="60999289-9d9b-4267-be49-83952bdd2ee4" providerId="ADAL" clId="{D9EDD200-EF4C-4A1B-B933-A7C25CBC917F}" dt="2025-04-19T23:41:52.593" v="3283" actId="478"/>
          <ac:spMkLst>
            <pc:docMk/>
            <pc:sldMk cId="3470543041" sldId="264"/>
            <ac:spMk id="16" creationId="{DCF151DA-1F6A-721D-76B2-E40E795F62E8}"/>
          </ac:spMkLst>
        </pc:spChg>
        <pc:spChg chg="add mod">
          <ac:chgData name="COLELLA IVAN GIACOMO" userId="60999289-9d9b-4267-be49-83952bdd2ee4" providerId="ADAL" clId="{D9EDD200-EF4C-4A1B-B933-A7C25CBC917F}" dt="2025-04-19T23:47:42.988" v="3379" actId="1076"/>
          <ac:spMkLst>
            <pc:docMk/>
            <pc:sldMk cId="3470543041" sldId="264"/>
            <ac:spMk id="17" creationId="{45D6E1E2-11D6-AB96-6B37-002209FCA08D}"/>
          </ac:spMkLst>
        </pc:spChg>
        <pc:spChg chg="add mod">
          <ac:chgData name="COLELLA IVAN GIACOMO" userId="60999289-9d9b-4267-be49-83952bdd2ee4" providerId="ADAL" clId="{D9EDD200-EF4C-4A1B-B933-A7C25CBC917F}" dt="2025-04-19T23:47:35.262" v="3376" actId="1076"/>
          <ac:spMkLst>
            <pc:docMk/>
            <pc:sldMk cId="3470543041" sldId="264"/>
            <ac:spMk id="18" creationId="{DF2944E6-29C0-BE36-59F0-4A02A47D0E5A}"/>
          </ac:spMkLst>
        </pc:spChg>
        <pc:spChg chg="add del mod">
          <ac:chgData name="COLELLA IVAN GIACOMO" userId="60999289-9d9b-4267-be49-83952bdd2ee4" providerId="ADAL" clId="{D9EDD200-EF4C-4A1B-B933-A7C25CBC917F}" dt="2025-04-19T23:55:31.047" v="3399" actId="478"/>
          <ac:spMkLst>
            <pc:docMk/>
            <pc:sldMk cId="3470543041" sldId="264"/>
            <ac:spMk id="20" creationId="{F4F0B50B-8B2A-3488-1F59-8880447FF398}"/>
          </ac:spMkLst>
        </pc:spChg>
        <pc:spChg chg="add mod">
          <ac:chgData name="COLELLA IVAN GIACOMO" userId="60999289-9d9b-4267-be49-83952bdd2ee4" providerId="ADAL" clId="{D9EDD200-EF4C-4A1B-B933-A7C25CBC917F}" dt="2025-04-19T23:57:37.090" v="3441" actId="1076"/>
          <ac:spMkLst>
            <pc:docMk/>
            <pc:sldMk cId="3470543041" sldId="264"/>
            <ac:spMk id="22" creationId="{5BE05D5C-FD5E-2272-0CD8-0B1E59F49DF8}"/>
          </ac:spMkLst>
        </pc:spChg>
        <pc:spChg chg="add del mod">
          <ac:chgData name="COLELLA IVAN GIACOMO" userId="60999289-9d9b-4267-be49-83952bdd2ee4" providerId="ADAL" clId="{D9EDD200-EF4C-4A1B-B933-A7C25CBC917F}" dt="2025-04-19T23:45:53.416" v="3346" actId="22"/>
          <ac:spMkLst>
            <pc:docMk/>
            <pc:sldMk cId="3470543041" sldId="264"/>
            <ac:spMk id="24" creationId="{14637F3B-0ED6-ACFF-74EB-E3D403544B4F}"/>
          </ac:spMkLst>
        </pc:spChg>
        <pc:spChg chg="add mod">
          <ac:chgData name="COLELLA IVAN GIACOMO" userId="60999289-9d9b-4267-be49-83952bdd2ee4" providerId="ADAL" clId="{D9EDD200-EF4C-4A1B-B933-A7C25CBC917F}" dt="2025-04-19T23:58:53.219" v="3444" actId="12"/>
          <ac:spMkLst>
            <pc:docMk/>
            <pc:sldMk cId="3470543041" sldId="264"/>
            <ac:spMk id="26" creationId="{F007A5BB-02DD-2FAF-5F6D-7875C5103154}"/>
          </ac:spMkLst>
        </pc:spChg>
        <pc:spChg chg="add mod">
          <ac:chgData name="COLELLA IVAN GIACOMO" userId="60999289-9d9b-4267-be49-83952bdd2ee4" providerId="ADAL" clId="{D9EDD200-EF4C-4A1B-B933-A7C25CBC917F}" dt="2025-04-20T00:00:25.095" v="3500" actId="1076"/>
          <ac:spMkLst>
            <pc:docMk/>
            <pc:sldMk cId="3470543041" sldId="264"/>
            <ac:spMk id="28" creationId="{E7997F10-FAEC-944A-8F78-3F7CF202CD7C}"/>
          </ac:spMkLst>
        </pc:spChg>
        <pc:spChg chg="add mod">
          <ac:chgData name="COLELLA IVAN GIACOMO" userId="60999289-9d9b-4267-be49-83952bdd2ee4" providerId="ADAL" clId="{D9EDD200-EF4C-4A1B-B933-A7C25CBC917F}" dt="2025-04-19T23:56:16.872" v="3416" actId="1076"/>
          <ac:spMkLst>
            <pc:docMk/>
            <pc:sldMk cId="3470543041" sldId="264"/>
            <ac:spMk id="30" creationId="{F77B6F37-3872-B960-FB48-129018769E9D}"/>
          </ac:spMkLst>
        </pc:spChg>
        <pc:spChg chg="add del">
          <ac:chgData name="COLELLA IVAN GIACOMO" userId="60999289-9d9b-4267-be49-83952bdd2ee4" providerId="ADAL" clId="{D9EDD200-EF4C-4A1B-B933-A7C25CBC917F}" dt="2025-04-20T00:00:54.616" v="3502" actId="478"/>
          <ac:spMkLst>
            <pc:docMk/>
            <pc:sldMk cId="3470543041" sldId="264"/>
            <ac:spMk id="32" creationId="{F627B7DB-58B0-3BB0-CFF0-78102CB924BC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470543041" sldId="264"/>
            <ac:spMk id="43" creationId="{100A9DBB-A298-2483-771D-71DF3033D376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3470543041" sldId="264"/>
            <ac:spMk id="46" creationId="{4EA7CD7F-EEE5-C386-DFE8-2185FB9F1446}"/>
          </ac:spMkLst>
        </pc:spChg>
        <pc:spChg chg="mod">
          <ac:chgData name="COLELLA IVAN GIACOMO" userId="60999289-9d9b-4267-be49-83952bdd2ee4" providerId="ADAL" clId="{D9EDD200-EF4C-4A1B-B933-A7C25CBC917F}" dt="2025-04-19T23:45:05.752" v="3334"/>
          <ac:spMkLst>
            <pc:docMk/>
            <pc:sldMk cId="3470543041" sldId="264"/>
            <ac:spMk id="90" creationId="{5AB57E30-63BC-D797-25A8-9208B304E307}"/>
          </ac:spMkLst>
        </pc:spChg>
        <pc:grpChg chg="add del mod">
          <ac:chgData name="COLELLA IVAN GIACOMO" userId="60999289-9d9b-4267-be49-83952bdd2ee4" providerId="ADAL" clId="{D9EDD200-EF4C-4A1B-B933-A7C25CBC917F}" dt="2025-04-19T23:29:48.860" v="3167" actId="165"/>
          <ac:grpSpMkLst>
            <pc:docMk/>
            <pc:sldMk cId="3470543041" sldId="264"/>
            <ac:grpSpMk id="4" creationId="{7D19CB07-F9CF-575A-A9C7-EA487CE252B3}"/>
          </ac:grpSpMkLst>
        </pc:grpChg>
        <pc:grpChg chg="add del mod ord topLvl">
          <ac:chgData name="COLELLA IVAN GIACOMO" userId="60999289-9d9b-4267-be49-83952bdd2ee4" providerId="ADAL" clId="{D9EDD200-EF4C-4A1B-B933-A7C25CBC917F}" dt="2025-04-19T23:32:40.419" v="3216" actId="164"/>
          <ac:grpSpMkLst>
            <pc:docMk/>
            <pc:sldMk cId="3470543041" sldId="264"/>
            <ac:grpSpMk id="5" creationId="{88137EEE-6D87-AF05-B699-B634355B9E5F}"/>
          </ac:grpSpMkLst>
        </pc:grpChg>
        <pc:grpChg chg="del mod">
          <ac:chgData name="COLELLA IVAN GIACOMO" userId="60999289-9d9b-4267-be49-83952bdd2ee4" providerId="ADAL" clId="{D9EDD200-EF4C-4A1B-B933-A7C25CBC917F}" dt="2025-04-19T23:30:04.939" v="3171" actId="478"/>
          <ac:grpSpMkLst>
            <pc:docMk/>
            <pc:sldMk cId="3470543041" sldId="264"/>
            <ac:grpSpMk id="7" creationId="{3D78114B-B57E-5EF0-B79C-929EB3E47ACF}"/>
          </ac:grpSpMkLst>
        </pc:grpChg>
        <pc:grpChg chg="add mod">
          <ac:chgData name="COLELLA IVAN GIACOMO" userId="60999289-9d9b-4267-be49-83952bdd2ee4" providerId="ADAL" clId="{D9EDD200-EF4C-4A1B-B933-A7C25CBC917F}" dt="2025-04-19T23:33:03.822" v="3221" actId="164"/>
          <ac:grpSpMkLst>
            <pc:docMk/>
            <pc:sldMk cId="3470543041" sldId="264"/>
            <ac:grpSpMk id="11" creationId="{1943A2EC-481A-FC8D-678D-F0F0BF993FE4}"/>
          </ac:grpSpMkLst>
        </pc:grpChg>
        <pc:grpChg chg="add mod">
          <ac:chgData name="COLELLA IVAN GIACOMO" userId="60999289-9d9b-4267-be49-83952bdd2ee4" providerId="ADAL" clId="{D9EDD200-EF4C-4A1B-B933-A7C25CBC917F}" dt="2025-04-19T23:33:23.505" v="3223" actId="1076"/>
          <ac:grpSpMkLst>
            <pc:docMk/>
            <pc:sldMk cId="3470543041" sldId="264"/>
            <ac:grpSpMk id="12" creationId="{4D76F1B9-4E45-0BCC-6203-D75790970105}"/>
          </ac:grpSpMkLst>
        </pc:grpChg>
        <pc:picChg chg="mod">
          <ac:chgData name="COLELLA IVAN GIACOMO" userId="60999289-9d9b-4267-be49-83952bdd2ee4" providerId="ADAL" clId="{D9EDD200-EF4C-4A1B-B933-A7C25CBC917F}" dt="2025-04-19T23:29:48.860" v="3167" actId="165"/>
          <ac:picMkLst>
            <pc:docMk/>
            <pc:sldMk cId="3470543041" sldId="264"/>
            <ac:picMk id="8" creationId="{BC3998C4-09C2-7C6F-E3D5-18E15EAD14EF}"/>
          </ac:picMkLst>
        </pc:picChg>
        <pc:picChg chg="add mod">
          <ac:chgData name="COLELLA IVAN GIACOMO" userId="60999289-9d9b-4267-be49-83952bdd2ee4" providerId="ADAL" clId="{D9EDD200-EF4C-4A1B-B933-A7C25CBC917F}" dt="2025-04-19T23:59:33.854" v="3449" actId="1076"/>
          <ac:picMkLst>
            <pc:docMk/>
            <pc:sldMk cId="3470543041" sldId="264"/>
            <ac:picMk id="14" creationId="{9C00EA95-10C0-A04B-62CD-4A6024D3B57E}"/>
          </ac:picMkLst>
        </pc:picChg>
      </pc:sldChg>
      <pc:sldChg chg="addSp delSp modSp add del mod ord modTransition">
        <pc:chgData name="COLELLA IVAN GIACOMO" userId="60999289-9d9b-4267-be49-83952bdd2ee4" providerId="ADAL" clId="{D9EDD200-EF4C-4A1B-B933-A7C25CBC917F}" dt="2025-04-20T00:04:34.506" v="3526" actId="2696"/>
        <pc:sldMkLst>
          <pc:docMk/>
          <pc:sldMk cId="2322500298" sldId="265"/>
        </pc:sldMkLst>
        <pc:spChg chg="add 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2322500298" sldId="265"/>
            <ac:spMk id="2" creationId="{652D8FFE-0650-0834-441E-1B4B3C7C14F6}"/>
          </ac:spMkLst>
        </pc:spChg>
        <pc:spChg chg="del">
          <ac:chgData name="COLELLA IVAN GIACOMO" userId="60999289-9d9b-4267-be49-83952bdd2ee4" providerId="ADAL" clId="{D9EDD200-EF4C-4A1B-B933-A7C25CBC917F}" dt="2025-04-19T23:27:25.801" v="3110" actId="478"/>
          <ac:spMkLst>
            <pc:docMk/>
            <pc:sldMk cId="2322500298" sldId="265"/>
            <ac:spMk id="9" creationId="{6CDC278C-7923-F483-5888-DA1F53745436}"/>
          </ac:spMkLst>
        </pc:spChg>
        <pc:spChg chg="del">
          <ac:chgData name="COLELLA IVAN GIACOMO" userId="60999289-9d9b-4267-be49-83952bdd2ee4" providerId="ADAL" clId="{D9EDD200-EF4C-4A1B-B933-A7C25CBC917F}" dt="2025-04-19T23:27:25.801" v="3110" actId="478"/>
          <ac:spMkLst>
            <pc:docMk/>
            <pc:sldMk cId="2322500298" sldId="265"/>
            <ac:spMk id="11" creationId="{895A5E83-7C17-1E4C-3649-F1A35CD9111B}"/>
          </ac:spMkLst>
        </pc:spChg>
        <pc:spChg chg="del">
          <ac:chgData name="COLELLA IVAN GIACOMO" userId="60999289-9d9b-4267-be49-83952bdd2ee4" providerId="ADAL" clId="{D9EDD200-EF4C-4A1B-B933-A7C25CBC917F}" dt="2025-04-19T23:27:25.801" v="3110" actId="478"/>
          <ac:spMkLst>
            <pc:docMk/>
            <pc:sldMk cId="2322500298" sldId="265"/>
            <ac:spMk id="13" creationId="{189B02EF-0445-713C-8DAD-C90936C02188}"/>
          </ac:spMkLst>
        </pc:spChg>
        <pc:spChg chg="del">
          <ac:chgData name="COLELLA IVAN GIACOMO" userId="60999289-9d9b-4267-be49-83952bdd2ee4" providerId="ADAL" clId="{D9EDD200-EF4C-4A1B-B933-A7C25CBC917F}" dt="2025-04-19T23:27:25.801" v="3110" actId="478"/>
          <ac:spMkLst>
            <pc:docMk/>
            <pc:sldMk cId="2322500298" sldId="265"/>
            <ac:spMk id="15" creationId="{D102A30C-1C9E-0D13-4F84-334315DEBDC2}"/>
          </ac:spMkLst>
        </pc:spChg>
        <pc:spChg chg="del">
          <ac:chgData name="COLELLA IVAN GIACOMO" userId="60999289-9d9b-4267-be49-83952bdd2ee4" providerId="ADAL" clId="{D9EDD200-EF4C-4A1B-B933-A7C25CBC917F}" dt="2025-04-19T23:27:25.801" v="3110" actId="478"/>
          <ac:spMkLst>
            <pc:docMk/>
            <pc:sldMk cId="2322500298" sldId="265"/>
            <ac:spMk id="17" creationId="{926D5570-C754-3BFE-C197-BBBFBC491337}"/>
          </ac:spMkLst>
        </pc:spChg>
        <pc:spChg chg="del">
          <ac:chgData name="COLELLA IVAN GIACOMO" userId="60999289-9d9b-4267-be49-83952bdd2ee4" providerId="ADAL" clId="{D9EDD200-EF4C-4A1B-B933-A7C25CBC917F}" dt="2025-04-19T23:27:29.661" v="3111" actId="478"/>
          <ac:spMkLst>
            <pc:docMk/>
            <pc:sldMk cId="2322500298" sldId="265"/>
            <ac:spMk id="35" creationId="{CA130E82-A4A2-E4E1-9C30-2DBCFE2064F5}"/>
          </ac:spMkLst>
        </pc:spChg>
        <pc:spChg chg="mod">
          <ac:chgData name="COLELLA IVAN GIACOMO" userId="60999289-9d9b-4267-be49-83952bdd2ee4" providerId="ADAL" clId="{D9EDD200-EF4C-4A1B-B933-A7C25CBC917F}" dt="2025-04-19T23:35:11.226" v="3225" actId="790"/>
          <ac:spMkLst>
            <pc:docMk/>
            <pc:sldMk cId="2322500298" sldId="265"/>
            <ac:spMk id="36" creationId="{CC39615F-31E6-FD9B-FF49-0D5E8704DD48}"/>
          </ac:spMkLst>
        </pc:spChg>
        <pc:graphicFrameChg chg="del">
          <ac:chgData name="COLELLA IVAN GIACOMO" userId="60999289-9d9b-4267-be49-83952bdd2ee4" providerId="ADAL" clId="{D9EDD200-EF4C-4A1B-B933-A7C25CBC917F}" dt="2025-04-19T23:27:25.801" v="3110" actId="478"/>
          <ac:graphicFrameMkLst>
            <pc:docMk/>
            <pc:sldMk cId="2322500298" sldId="265"/>
            <ac:graphicFrameMk id="20" creationId="{148AD893-35D0-B8B0-A8F5-773000994542}"/>
          </ac:graphicFrameMkLst>
        </pc:graphicFrameChg>
        <pc:picChg chg="del">
          <ac:chgData name="COLELLA IVAN GIACOMO" userId="60999289-9d9b-4267-be49-83952bdd2ee4" providerId="ADAL" clId="{D9EDD200-EF4C-4A1B-B933-A7C25CBC917F}" dt="2025-04-19T23:27:22.210" v="3109" actId="478"/>
          <ac:picMkLst>
            <pc:docMk/>
            <pc:sldMk cId="2322500298" sldId="265"/>
            <ac:picMk id="26" creationId="{06320DC9-1811-286F-4529-AF68F5C95909}"/>
          </ac:picMkLst>
        </pc:picChg>
        <pc:picChg chg="del">
          <ac:chgData name="COLELLA IVAN GIACOMO" userId="60999289-9d9b-4267-be49-83952bdd2ee4" providerId="ADAL" clId="{D9EDD200-EF4C-4A1B-B933-A7C25CBC917F}" dt="2025-04-19T23:27:30.483" v="3112" actId="478"/>
          <ac:picMkLst>
            <pc:docMk/>
            <pc:sldMk cId="2322500298" sldId="265"/>
            <ac:picMk id="33" creationId="{6C315000-CBBE-1706-AB67-83BD88C2D9DD}"/>
          </ac:picMkLst>
        </pc:picChg>
      </pc:sldChg>
      <pc:sldChg chg="addSp delSp modSp add mod modTransition modAnim">
        <pc:chgData name="COLELLA IVAN GIACOMO" userId="60999289-9d9b-4267-be49-83952bdd2ee4" providerId="ADAL" clId="{D9EDD200-EF4C-4A1B-B933-A7C25CBC917F}" dt="2025-04-20T00:04:54.155" v="3528"/>
        <pc:sldMkLst>
          <pc:docMk/>
          <pc:sldMk cId="2123829975" sldId="266"/>
        </pc:sldMkLst>
        <pc:spChg chg="mod">
          <ac:chgData name="COLELLA IVAN GIACOMO" userId="60999289-9d9b-4267-be49-83952bdd2ee4" providerId="ADAL" clId="{D9EDD200-EF4C-4A1B-B933-A7C25CBC917F}" dt="2025-04-20T00:01:28.917" v="3506" actId="1076"/>
          <ac:spMkLst>
            <pc:docMk/>
            <pc:sldMk cId="2123829975" sldId="266"/>
            <ac:spMk id="2" creationId="{8DC9199D-CDB1-2BFE-876C-DD19BCECAE5D}"/>
          </ac:spMkLst>
        </pc:spChg>
        <pc:spChg chg="mod">
          <ac:chgData name="COLELLA IVAN GIACOMO" userId="60999289-9d9b-4267-be49-83952bdd2ee4" providerId="ADAL" clId="{D9EDD200-EF4C-4A1B-B933-A7C25CBC917F}" dt="2025-04-20T00:01:35.475" v="3507" actId="1076"/>
          <ac:spMkLst>
            <pc:docMk/>
            <pc:sldMk cId="2123829975" sldId="266"/>
            <ac:spMk id="6" creationId="{3AEBC8FC-0533-9F97-B7A0-370E3D1B6CBA}"/>
          </ac:spMkLst>
        </pc:spChg>
        <pc:spChg chg="add mod">
          <ac:chgData name="COLELLA IVAN GIACOMO" userId="60999289-9d9b-4267-be49-83952bdd2ee4" providerId="ADAL" clId="{D9EDD200-EF4C-4A1B-B933-A7C25CBC917F}" dt="2025-04-20T00:02:03.364" v="3512"/>
          <ac:spMkLst>
            <pc:docMk/>
            <pc:sldMk cId="2123829975" sldId="266"/>
            <ac:spMk id="7" creationId="{44332CEE-30C9-F25C-460F-883A03EF3DA9}"/>
          </ac:spMkLst>
        </pc:spChg>
        <pc:spChg chg="mod">
          <ac:chgData name="COLELLA IVAN GIACOMO" userId="60999289-9d9b-4267-be49-83952bdd2ee4" providerId="ADAL" clId="{D9EDD200-EF4C-4A1B-B933-A7C25CBC917F}" dt="2025-04-20T00:01:10.118" v="3504" actId="1076"/>
          <ac:spMkLst>
            <pc:docMk/>
            <pc:sldMk cId="2123829975" sldId="266"/>
            <ac:spMk id="15" creationId="{9DF079EA-8923-6FD5-CB48-7EA5223729D2}"/>
          </ac:spMkLst>
        </pc:spChg>
        <pc:spChg chg="mod">
          <ac:chgData name="COLELLA IVAN GIACOMO" userId="60999289-9d9b-4267-be49-83952bdd2ee4" providerId="ADAL" clId="{D9EDD200-EF4C-4A1B-B933-A7C25CBC917F}" dt="2025-04-20T00:01:17.292" v="3505" actId="1076"/>
          <ac:spMkLst>
            <pc:docMk/>
            <pc:sldMk cId="2123829975" sldId="266"/>
            <ac:spMk id="17" creationId="{45722B7C-46BF-39FF-8F44-33C9A2CFAEF1}"/>
          </ac:spMkLst>
        </pc:spChg>
        <pc:spChg chg="del">
          <ac:chgData name="COLELLA IVAN GIACOMO" userId="60999289-9d9b-4267-be49-83952bdd2ee4" providerId="ADAL" clId="{D9EDD200-EF4C-4A1B-B933-A7C25CBC917F}" dt="2025-04-20T00:01:42.723" v="3508" actId="478"/>
          <ac:spMkLst>
            <pc:docMk/>
            <pc:sldMk cId="2123829975" sldId="266"/>
            <ac:spMk id="18" creationId="{170DD53E-F0FB-3352-2AB9-6709A73CBA99}"/>
          </ac:spMkLst>
        </pc:spChg>
        <pc:spChg chg="del">
          <ac:chgData name="COLELLA IVAN GIACOMO" userId="60999289-9d9b-4267-be49-83952bdd2ee4" providerId="ADAL" clId="{D9EDD200-EF4C-4A1B-B933-A7C25CBC917F}" dt="2025-04-20T00:01:42.723" v="3508" actId="478"/>
          <ac:spMkLst>
            <pc:docMk/>
            <pc:sldMk cId="2123829975" sldId="266"/>
            <ac:spMk id="22" creationId="{6C4D9D70-F92A-CE24-B302-05018379B315}"/>
          </ac:spMkLst>
        </pc:spChg>
        <pc:spChg chg="mod">
          <ac:chgData name="COLELLA IVAN GIACOMO" userId="60999289-9d9b-4267-be49-83952bdd2ee4" providerId="ADAL" clId="{D9EDD200-EF4C-4A1B-B933-A7C25CBC917F}" dt="2025-04-20T00:01:17.292" v="3505" actId="1076"/>
          <ac:spMkLst>
            <pc:docMk/>
            <pc:sldMk cId="2123829975" sldId="266"/>
            <ac:spMk id="26" creationId="{919C7624-4ED4-2CDE-16B5-399D2F695B83}"/>
          </ac:spMkLst>
        </pc:spChg>
        <pc:spChg chg="mod">
          <ac:chgData name="COLELLA IVAN GIACOMO" userId="60999289-9d9b-4267-be49-83952bdd2ee4" providerId="ADAL" clId="{D9EDD200-EF4C-4A1B-B933-A7C25CBC917F}" dt="2025-04-20T00:01:35.475" v="3507" actId="1076"/>
          <ac:spMkLst>
            <pc:docMk/>
            <pc:sldMk cId="2123829975" sldId="266"/>
            <ac:spMk id="28" creationId="{1E41E54A-38E1-BCAD-094A-22A5A3B72845}"/>
          </ac:spMkLst>
        </pc:spChg>
        <pc:spChg chg="mod">
          <ac:chgData name="COLELLA IVAN GIACOMO" userId="60999289-9d9b-4267-be49-83952bdd2ee4" providerId="ADAL" clId="{D9EDD200-EF4C-4A1B-B933-A7C25CBC917F}" dt="2025-04-20T00:01:10.118" v="3504" actId="1076"/>
          <ac:spMkLst>
            <pc:docMk/>
            <pc:sldMk cId="2123829975" sldId="266"/>
            <ac:spMk id="30" creationId="{6C1B16B3-6702-C7F7-409C-7C43ED65C95F}"/>
          </ac:spMkLst>
        </pc:spChg>
        <pc:grpChg chg="mod">
          <ac:chgData name="COLELLA IVAN GIACOMO" userId="60999289-9d9b-4267-be49-83952bdd2ee4" providerId="ADAL" clId="{D9EDD200-EF4C-4A1B-B933-A7C25CBC917F}" dt="2025-04-20T00:01:28.917" v="3506" actId="1076"/>
          <ac:grpSpMkLst>
            <pc:docMk/>
            <pc:sldMk cId="2123829975" sldId="266"/>
            <ac:grpSpMk id="12" creationId="{B67C4754-38EB-340B-2FF9-61FADECFA144}"/>
          </ac:grpSpMkLst>
        </pc:grpChg>
        <pc:picChg chg="add mod">
          <ac:chgData name="COLELLA IVAN GIACOMO" userId="60999289-9d9b-4267-be49-83952bdd2ee4" providerId="ADAL" clId="{D9EDD200-EF4C-4A1B-B933-A7C25CBC917F}" dt="2025-04-20T00:01:56.969" v="3511"/>
          <ac:picMkLst>
            <pc:docMk/>
            <pc:sldMk cId="2123829975" sldId="266"/>
            <ac:picMk id="3" creationId="{BD496F29-3843-A38F-9A01-0D95621E7496}"/>
          </ac:picMkLst>
        </pc:picChg>
        <pc:picChg chg="add mod">
          <ac:chgData name="COLELLA IVAN GIACOMO" userId="60999289-9d9b-4267-be49-83952bdd2ee4" providerId="ADAL" clId="{D9EDD200-EF4C-4A1B-B933-A7C25CBC917F}" dt="2025-04-20T00:01:56.969" v="3511"/>
          <ac:picMkLst>
            <pc:docMk/>
            <pc:sldMk cId="2123829975" sldId="266"/>
            <ac:picMk id="4" creationId="{1473B63D-3D1D-8B5E-0C10-E059B91178C2}"/>
          </ac:picMkLst>
        </pc:picChg>
        <pc:picChg chg="mod">
          <ac:chgData name="COLELLA IVAN GIACOMO" userId="60999289-9d9b-4267-be49-83952bdd2ee4" providerId="ADAL" clId="{D9EDD200-EF4C-4A1B-B933-A7C25CBC917F}" dt="2025-04-20T00:01:35.475" v="3507" actId="1076"/>
          <ac:picMkLst>
            <pc:docMk/>
            <pc:sldMk cId="2123829975" sldId="266"/>
            <ac:picMk id="14" creationId="{AADA2887-8279-3819-1B76-D8EFC9F6DA80}"/>
          </ac:picMkLst>
        </pc:picChg>
        <pc:picChg chg="del">
          <ac:chgData name="COLELLA IVAN GIACOMO" userId="60999289-9d9b-4267-be49-83952bdd2ee4" providerId="ADAL" clId="{D9EDD200-EF4C-4A1B-B933-A7C25CBC917F}" dt="2025-04-20T00:01:46.389" v="3510" actId="478"/>
          <ac:picMkLst>
            <pc:docMk/>
            <pc:sldMk cId="2123829975" sldId="266"/>
            <ac:picMk id="92" creationId="{58DCCA09-393C-A8D2-8933-1E11F483DFDF}"/>
          </ac:picMkLst>
        </pc:picChg>
        <pc:picChg chg="del">
          <ac:chgData name="COLELLA IVAN GIACOMO" userId="60999289-9d9b-4267-be49-83952bdd2ee4" providerId="ADAL" clId="{D9EDD200-EF4C-4A1B-B933-A7C25CBC917F}" dt="2025-04-20T00:01:45.106" v="3509" actId="478"/>
          <ac:picMkLst>
            <pc:docMk/>
            <pc:sldMk cId="2123829975" sldId="266"/>
            <ac:picMk id="94" creationId="{4DA3625E-D57C-6616-4DA7-A117DE2858AB}"/>
          </ac:picMkLst>
        </pc:picChg>
      </pc:sldChg>
      <pc:sldChg chg="addSp delSp modSp add mod modTransition">
        <pc:chgData name="COLELLA IVAN GIACOMO" userId="60999289-9d9b-4267-be49-83952bdd2ee4" providerId="ADAL" clId="{D9EDD200-EF4C-4A1B-B933-A7C25CBC917F}" dt="2025-04-20T19:52:46.591" v="4983"/>
        <pc:sldMkLst>
          <pc:docMk/>
          <pc:sldMk cId="836072938" sldId="267"/>
        </pc:sldMkLst>
        <pc:spChg chg="mod">
          <ac:chgData name="COLELLA IVAN GIACOMO" userId="60999289-9d9b-4267-be49-83952bdd2ee4" providerId="ADAL" clId="{D9EDD200-EF4C-4A1B-B933-A7C25CBC917F}" dt="2025-04-20T00:10:43.234" v="3559" actId="114"/>
          <ac:spMkLst>
            <pc:docMk/>
            <pc:sldMk cId="836072938" sldId="267"/>
            <ac:spMk id="2" creationId="{9D7B13D1-2BBE-66B6-0FE0-5D7950283970}"/>
          </ac:spMkLst>
        </pc:spChg>
        <pc:spChg chg="del">
          <ac:chgData name="COLELLA IVAN GIACOMO" userId="60999289-9d9b-4267-be49-83952bdd2ee4" providerId="ADAL" clId="{D9EDD200-EF4C-4A1B-B933-A7C25CBC917F}" dt="2025-04-20T00:06:56.987" v="3547" actId="478"/>
          <ac:spMkLst>
            <pc:docMk/>
            <pc:sldMk cId="836072938" sldId="267"/>
            <ac:spMk id="3" creationId="{C749773D-F921-B095-ACD8-39F2E96462A1}"/>
          </ac:spMkLst>
        </pc:spChg>
        <pc:spChg chg="del mod topLvl">
          <ac:chgData name="COLELLA IVAN GIACOMO" userId="60999289-9d9b-4267-be49-83952bdd2ee4" providerId="ADAL" clId="{D9EDD200-EF4C-4A1B-B933-A7C25CBC917F}" dt="2025-04-20T00:06:03.298" v="3532" actId="478"/>
          <ac:spMkLst>
            <pc:docMk/>
            <pc:sldMk cId="836072938" sldId="267"/>
            <ac:spMk id="6" creationId="{78A817EA-4229-1829-8846-6B9858343AB4}"/>
          </ac:spMkLst>
        </pc:spChg>
        <pc:spChg chg="add del mod topLvl">
          <ac:chgData name="COLELLA IVAN GIACOMO" userId="60999289-9d9b-4267-be49-83952bdd2ee4" providerId="ADAL" clId="{D9EDD200-EF4C-4A1B-B933-A7C25CBC917F}" dt="2025-04-20T00:06:28.176" v="3541" actId="478"/>
          <ac:spMkLst>
            <pc:docMk/>
            <pc:sldMk cId="836072938" sldId="267"/>
            <ac:spMk id="7" creationId="{7E6761D3-7A08-BFC9-3180-97BEB8A5F02C}"/>
          </ac:spMkLst>
        </pc:spChg>
        <pc:spChg chg="add del mod topLvl">
          <ac:chgData name="COLELLA IVAN GIACOMO" userId="60999289-9d9b-4267-be49-83952bdd2ee4" providerId="ADAL" clId="{D9EDD200-EF4C-4A1B-B933-A7C25CBC917F}" dt="2025-04-20T00:07:09.039" v="3549" actId="1076"/>
          <ac:spMkLst>
            <pc:docMk/>
            <pc:sldMk cId="836072938" sldId="267"/>
            <ac:spMk id="8" creationId="{F327EABA-206B-245E-3752-A905375EBD03}"/>
          </ac:spMkLst>
        </pc:spChg>
        <pc:spChg chg="add del mod">
          <ac:chgData name="COLELLA IVAN GIACOMO" userId="60999289-9d9b-4267-be49-83952bdd2ee4" providerId="ADAL" clId="{D9EDD200-EF4C-4A1B-B933-A7C25CBC917F}" dt="2025-04-20T17:58:08.926" v="4115" actId="478"/>
          <ac:spMkLst>
            <pc:docMk/>
            <pc:sldMk cId="836072938" sldId="267"/>
            <ac:spMk id="10" creationId="{973F9A3E-3683-88E7-5103-2574B980BF4D}"/>
          </ac:spMkLst>
        </pc:spChg>
        <pc:spChg chg="add mod">
          <ac:chgData name="COLELLA IVAN GIACOMO" userId="60999289-9d9b-4267-be49-83952bdd2ee4" providerId="ADAL" clId="{D9EDD200-EF4C-4A1B-B933-A7C25CBC917F}" dt="2025-04-20T18:00:23.887" v="4146" actId="14100"/>
          <ac:spMkLst>
            <pc:docMk/>
            <pc:sldMk cId="836072938" sldId="267"/>
            <ac:spMk id="12" creationId="{60B4AD71-2A2F-DB48-6E1A-6DE4E7153FCD}"/>
          </ac:spMkLst>
        </pc:spChg>
        <pc:spChg chg="add mod ord">
          <ac:chgData name="COLELLA IVAN GIACOMO" userId="60999289-9d9b-4267-be49-83952bdd2ee4" providerId="ADAL" clId="{D9EDD200-EF4C-4A1B-B933-A7C25CBC917F}" dt="2025-04-20T18:19:25.150" v="4466" actId="1038"/>
          <ac:spMkLst>
            <pc:docMk/>
            <pc:sldMk cId="836072938" sldId="267"/>
            <ac:spMk id="16" creationId="{7A14E883-826C-6765-E12D-0C676B41225D}"/>
          </ac:spMkLst>
        </pc:spChg>
        <pc:spChg chg="add mod ord">
          <ac:chgData name="COLELLA IVAN GIACOMO" userId="60999289-9d9b-4267-be49-83952bdd2ee4" providerId="ADAL" clId="{D9EDD200-EF4C-4A1B-B933-A7C25CBC917F}" dt="2025-04-20T18:24:41.461" v="4558" actId="1036"/>
          <ac:spMkLst>
            <pc:docMk/>
            <pc:sldMk cId="836072938" sldId="267"/>
            <ac:spMk id="18" creationId="{28DD30A5-06EC-924F-A61F-CCE4DBB52846}"/>
          </ac:spMkLst>
        </pc:spChg>
        <pc:spChg chg="add mod ord">
          <ac:chgData name="COLELLA IVAN GIACOMO" userId="60999289-9d9b-4267-be49-83952bdd2ee4" providerId="ADAL" clId="{D9EDD200-EF4C-4A1B-B933-A7C25CBC917F}" dt="2025-04-20T18:19:25.150" v="4466" actId="1038"/>
          <ac:spMkLst>
            <pc:docMk/>
            <pc:sldMk cId="836072938" sldId="267"/>
            <ac:spMk id="20" creationId="{169C08DD-658C-004C-C606-4F889614ABDD}"/>
          </ac:spMkLst>
        </pc:spChg>
        <pc:spChg chg="add mod ord">
          <ac:chgData name="COLELLA IVAN GIACOMO" userId="60999289-9d9b-4267-be49-83952bdd2ee4" providerId="ADAL" clId="{D9EDD200-EF4C-4A1B-B933-A7C25CBC917F}" dt="2025-04-20T18:19:25.150" v="4466" actId="1038"/>
          <ac:spMkLst>
            <pc:docMk/>
            <pc:sldMk cId="836072938" sldId="267"/>
            <ac:spMk id="22" creationId="{9B1A588D-6E5F-513E-0C85-E2ABCAB10EF8}"/>
          </ac:spMkLst>
        </pc:spChg>
        <pc:spChg chg="add mod ord">
          <ac:chgData name="COLELLA IVAN GIACOMO" userId="60999289-9d9b-4267-be49-83952bdd2ee4" providerId="ADAL" clId="{D9EDD200-EF4C-4A1B-B933-A7C25CBC917F}" dt="2025-04-20T18:24:23.930" v="4553" actId="14100"/>
          <ac:spMkLst>
            <pc:docMk/>
            <pc:sldMk cId="836072938" sldId="267"/>
            <ac:spMk id="23" creationId="{A9AC5B9C-4748-1E5E-EB8E-938A0988D9A9}"/>
          </ac:spMkLst>
        </pc:spChg>
        <pc:spChg chg="mod ord">
          <ac:chgData name="COLELLA IVAN GIACOMO" userId="60999289-9d9b-4267-be49-83952bdd2ee4" providerId="ADAL" clId="{D9EDD200-EF4C-4A1B-B933-A7C25CBC917F}" dt="2025-04-20T00:07:13.010" v="3551" actId="20577"/>
          <ac:spMkLst>
            <pc:docMk/>
            <pc:sldMk cId="836072938" sldId="267"/>
            <ac:spMk id="43" creationId="{F838FFA2-52EF-4D51-26D2-E977FD20808C}"/>
          </ac:spMkLst>
        </pc:spChg>
        <pc:grpChg chg="add del mod">
          <ac:chgData name="COLELLA IVAN GIACOMO" userId="60999289-9d9b-4267-be49-83952bdd2ee4" providerId="ADAL" clId="{D9EDD200-EF4C-4A1B-B933-A7C25CBC917F}" dt="2025-04-20T00:06:03.298" v="3532" actId="478"/>
          <ac:grpSpMkLst>
            <pc:docMk/>
            <pc:sldMk cId="836072938" sldId="267"/>
            <ac:grpSpMk id="4" creationId="{EE3A6022-1EF1-4E8A-061E-FCC38C7B3C8A}"/>
          </ac:grpSpMkLst>
        </pc:grpChg>
        <pc:grpChg chg="del mod topLvl">
          <ac:chgData name="COLELLA IVAN GIACOMO" userId="60999289-9d9b-4267-be49-83952bdd2ee4" providerId="ADAL" clId="{D9EDD200-EF4C-4A1B-B933-A7C25CBC917F}" dt="2025-04-20T00:06:21.442" v="3538" actId="165"/>
          <ac:grpSpMkLst>
            <pc:docMk/>
            <pc:sldMk cId="836072938" sldId="267"/>
            <ac:grpSpMk id="5" creationId="{53AFBD10-CF9B-E4EF-7603-F7D0E6F84980}"/>
          </ac:grpSpMkLst>
        </pc:grpChg>
        <pc:picChg chg="add mod">
          <ac:chgData name="COLELLA IVAN GIACOMO" userId="60999289-9d9b-4267-be49-83952bdd2ee4" providerId="ADAL" clId="{D9EDD200-EF4C-4A1B-B933-A7C25CBC917F}" dt="2025-04-20T18:00:10.579" v="4145" actId="14861"/>
          <ac:picMkLst>
            <pc:docMk/>
            <pc:sldMk cId="836072938" sldId="267"/>
            <ac:picMk id="14" creationId="{F8FA1A13-EFE1-8FD0-1461-303187C7EFC2}"/>
          </ac:picMkLst>
        </pc:picChg>
        <pc:picChg chg="add del mod">
          <ac:chgData name="COLELLA IVAN GIACOMO" userId="60999289-9d9b-4267-be49-83952bdd2ee4" providerId="ADAL" clId="{D9EDD200-EF4C-4A1B-B933-A7C25CBC917F}" dt="2025-04-20T18:22:25.772" v="4504" actId="478"/>
          <ac:picMkLst>
            <pc:docMk/>
            <pc:sldMk cId="836072938" sldId="267"/>
            <ac:picMk id="25" creationId="{6C7DA2D5-551A-AC3A-09CF-DA19CB3F52AA}"/>
          </ac:picMkLst>
        </pc:picChg>
        <pc:picChg chg="add del mod">
          <ac:chgData name="COLELLA IVAN GIACOMO" userId="60999289-9d9b-4267-be49-83952bdd2ee4" providerId="ADAL" clId="{D9EDD200-EF4C-4A1B-B933-A7C25CBC917F}" dt="2025-04-20T18:21:45.104" v="4492" actId="478"/>
          <ac:picMkLst>
            <pc:docMk/>
            <pc:sldMk cId="836072938" sldId="267"/>
            <ac:picMk id="27" creationId="{AC24EEA9-C51A-0DF0-1063-C7756A606A01}"/>
          </ac:picMkLst>
        </pc:picChg>
        <pc:picChg chg="add del mod">
          <ac:chgData name="COLELLA IVAN GIACOMO" userId="60999289-9d9b-4267-be49-83952bdd2ee4" providerId="ADAL" clId="{D9EDD200-EF4C-4A1B-B933-A7C25CBC917F}" dt="2025-04-20T18:20:56.238" v="4476" actId="478"/>
          <ac:picMkLst>
            <pc:docMk/>
            <pc:sldMk cId="836072938" sldId="267"/>
            <ac:picMk id="29" creationId="{C8D4B3C9-CA65-970B-1100-5B145CB4C383}"/>
          </ac:picMkLst>
        </pc:picChg>
        <pc:picChg chg="add del mod">
          <ac:chgData name="COLELLA IVAN GIACOMO" userId="60999289-9d9b-4267-be49-83952bdd2ee4" providerId="ADAL" clId="{D9EDD200-EF4C-4A1B-B933-A7C25CBC917F}" dt="2025-04-20T18:20:19.411" v="4472" actId="478"/>
          <ac:picMkLst>
            <pc:docMk/>
            <pc:sldMk cId="836072938" sldId="267"/>
            <ac:picMk id="31" creationId="{5B6BE325-9CCB-BB59-0F98-A4D329FE1BD6}"/>
          </ac:picMkLst>
        </pc:picChg>
        <pc:picChg chg="add mod">
          <ac:chgData name="COLELLA IVAN GIACOMO" userId="60999289-9d9b-4267-be49-83952bdd2ee4" providerId="ADAL" clId="{D9EDD200-EF4C-4A1B-B933-A7C25CBC917F}" dt="2025-04-20T18:24:12.056" v="4551" actId="1035"/>
          <ac:picMkLst>
            <pc:docMk/>
            <pc:sldMk cId="836072938" sldId="267"/>
            <ac:picMk id="33" creationId="{EA9C6B4F-6755-934D-FCC3-4E622722EADC}"/>
          </ac:picMkLst>
        </pc:picChg>
        <pc:picChg chg="add mod">
          <ac:chgData name="COLELLA IVAN GIACOMO" userId="60999289-9d9b-4267-be49-83952bdd2ee4" providerId="ADAL" clId="{D9EDD200-EF4C-4A1B-B933-A7C25CBC917F}" dt="2025-04-20T18:24:04.881" v="4549" actId="1038"/>
          <ac:picMkLst>
            <pc:docMk/>
            <pc:sldMk cId="836072938" sldId="267"/>
            <ac:picMk id="35" creationId="{F6C03475-A2EB-FC86-5997-A60E0C2616F1}"/>
          </ac:picMkLst>
        </pc:picChg>
        <pc:picChg chg="add mod">
          <ac:chgData name="COLELLA IVAN GIACOMO" userId="60999289-9d9b-4267-be49-83952bdd2ee4" providerId="ADAL" clId="{D9EDD200-EF4C-4A1B-B933-A7C25CBC917F}" dt="2025-04-20T18:24:04.881" v="4549" actId="1038"/>
          <ac:picMkLst>
            <pc:docMk/>
            <pc:sldMk cId="836072938" sldId="267"/>
            <ac:picMk id="37" creationId="{325B7365-7AD0-202F-4D4C-86FB5C42773F}"/>
          </ac:picMkLst>
        </pc:picChg>
        <pc:picChg chg="add mod">
          <ac:chgData name="COLELLA IVAN GIACOMO" userId="60999289-9d9b-4267-be49-83952bdd2ee4" providerId="ADAL" clId="{D9EDD200-EF4C-4A1B-B933-A7C25CBC917F}" dt="2025-04-20T18:24:41.461" v="4558" actId="1036"/>
          <ac:picMkLst>
            <pc:docMk/>
            <pc:sldMk cId="836072938" sldId="267"/>
            <ac:picMk id="39" creationId="{0A426ADE-D9B3-E167-7B99-BE3079F14BA4}"/>
          </ac:picMkLst>
        </pc:picChg>
      </pc:sldChg>
      <pc:sldChg chg="addSp delSp modSp add del mod ord modTransition">
        <pc:chgData name="COLELLA IVAN GIACOMO" userId="60999289-9d9b-4267-be49-83952bdd2ee4" providerId="ADAL" clId="{D9EDD200-EF4C-4A1B-B933-A7C25CBC917F}" dt="2025-04-20T17:13:55.866" v="4108" actId="2696"/>
        <pc:sldMkLst>
          <pc:docMk/>
          <pc:sldMk cId="2456621500" sldId="268"/>
        </pc:sldMkLst>
        <pc:spChg chg="del mod">
          <ac:chgData name="COLELLA IVAN GIACOMO" userId="60999289-9d9b-4267-be49-83952bdd2ee4" providerId="ADAL" clId="{D9EDD200-EF4C-4A1B-B933-A7C25CBC917F}" dt="2025-04-20T01:06:44.770" v="3677" actId="478"/>
          <ac:spMkLst>
            <pc:docMk/>
            <pc:sldMk cId="2456621500" sldId="268"/>
            <ac:spMk id="4" creationId="{0E86370C-238C-B086-37D6-EF23444A4261}"/>
          </ac:spMkLst>
        </pc:spChg>
        <pc:spChg chg="add mod">
          <ac:chgData name="COLELLA IVAN GIACOMO" userId="60999289-9d9b-4267-be49-83952bdd2ee4" providerId="ADAL" clId="{D9EDD200-EF4C-4A1B-B933-A7C25CBC917F}" dt="2025-04-20T01:06:48.657" v="3679"/>
          <ac:spMkLst>
            <pc:docMk/>
            <pc:sldMk cId="2456621500" sldId="268"/>
            <ac:spMk id="5" creationId="{6C9FAB1D-66F5-C4B5-77B1-E9AD81CF5C47}"/>
          </ac:spMkLst>
        </pc:spChg>
        <pc:spChg chg="add mod">
          <ac:chgData name="COLELLA IVAN GIACOMO" userId="60999289-9d9b-4267-be49-83952bdd2ee4" providerId="ADAL" clId="{D9EDD200-EF4C-4A1B-B933-A7C25CBC917F}" dt="2025-04-20T01:08:54.453" v="3695" actId="1076"/>
          <ac:spMkLst>
            <pc:docMk/>
            <pc:sldMk cId="2456621500" sldId="268"/>
            <ac:spMk id="6" creationId="{539D9DCA-01D9-37CE-EBD3-FBCD35F5B8E0}"/>
          </ac:spMkLst>
        </pc:spChg>
        <pc:spChg chg="mod">
          <ac:chgData name="COLELLA IVAN GIACOMO" userId="60999289-9d9b-4267-be49-83952bdd2ee4" providerId="ADAL" clId="{D9EDD200-EF4C-4A1B-B933-A7C25CBC917F}" dt="2025-04-20T01:02:30.351" v="3660" actId="14100"/>
          <ac:spMkLst>
            <pc:docMk/>
            <pc:sldMk cId="2456621500" sldId="268"/>
            <ac:spMk id="9" creationId="{A5FBE0C5-C200-9743-AB3A-7CB55175E502}"/>
          </ac:spMkLst>
        </pc:spChg>
      </pc:sldChg>
      <pc:sldChg chg="addSp delSp modSp add del mod modTransition">
        <pc:chgData name="COLELLA IVAN GIACOMO" userId="60999289-9d9b-4267-be49-83952bdd2ee4" providerId="ADAL" clId="{D9EDD200-EF4C-4A1B-B933-A7C25CBC917F}" dt="2025-04-20T17:00:46.096" v="3925" actId="2696"/>
        <pc:sldMkLst>
          <pc:docMk/>
          <pc:sldMk cId="787086366" sldId="269"/>
        </pc:sldMkLst>
        <pc:spChg chg="del">
          <ac:chgData name="COLELLA IVAN GIACOMO" userId="60999289-9d9b-4267-be49-83952bdd2ee4" providerId="ADAL" clId="{D9EDD200-EF4C-4A1B-B933-A7C25CBC917F}" dt="2025-04-20T01:06:52.248" v="3680" actId="478"/>
          <ac:spMkLst>
            <pc:docMk/>
            <pc:sldMk cId="787086366" sldId="269"/>
            <ac:spMk id="4" creationId="{84A4F31B-4AC2-5ACC-4F13-A6AC840709AA}"/>
          </ac:spMkLst>
        </pc:spChg>
        <pc:spChg chg="add mod">
          <ac:chgData name="COLELLA IVAN GIACOMO" userId="60999289-9d9b-4267-be49-83952bdd2ee4" providerId="ADAL" clId="{D9EDD200-EF4C-4A1B-B933-A7C25CBC917F}" dt="2025-04-20T01:08:50.458" v="3694" actId="1076"/>
          <ac:spMkLst>
            <pc:docMk/>
            <pc:sldMk cId="787086366" sldId="269"/>
            <ac:spMk id="5" creationId="{983B35AB-9FFA-8C65-C9FF-9A72B42CFD78}"/>
          </ac:spMkLst>
        </pc:spChg>
        <pc:spChg chg="mod">
          <ac:chgData name="COLELLA IVAN GIACOMO" userId="60999289-9d9b-4267-be49-83952bdd2ee4" providerId="ADAL" clId="{D9EDD200-EF4C-4A1B-B933-A7C25CBC917F}" dt="2025-04-20T01:01:47.748" v="3654" actId="14100"/>
          <ac:spMkLst>
            <pc:docMk/>
            <pc:sldMk cId="787086366" sldId="269"/>
            <ac:spMk id="9" creationId="{687BBF3D-30C8-0CA0-0B11-75F873DC2715}"/>
          </ac:spMkLst>
        </pc:spChg>
      </pc:sldChg>
      <pc:sldChg chg="add del modTransition">
        <pc:chgData name="COLELLA IVAN GIACOMO" userId="60999289-9d9b-4267-be49-83952bdd2ee4" providerId="ADAL" clId="{D9EDD200-EF4C-4A1B-B933-A7C25CBC917F}" dt="2025-04-20T18:27:15.071" v="4560" actId="47"/>
        <pc:sldMkLst>
          <pc:docMk/>
          <pc:sldMk cId="505095084" sldId="270"/>
        </pc:sldMkLst>
      </pc:sldChg>
      <pc:sldChg chg="delSp modSp add del mod modTransition">
        <pc:chgData name="COLELLA IVAN GIACOMO" userId="60999289-9d9b-4267-be49-83952bdd2ee4" providerId="ADAL" clId="{D9EDD200-EF4C-4A1B-B933-A7C25CBC917F}" dt="2025-04-20T17:11:53.280" v="4057" actId="2696"/>
        <pc:sldMkLst>
          <pc:docMk/>
          <pc:sldMk cId="1474711329" sldId="271"/>
        </pc:sldMkLst>
        <pc:spChg chg="mod">
          <ac:chgData name="COLELLA IVAN GIACOMO" userId="60999289-9d9b-4267-be49-83952bdd2ee4" providerId="ADAL" clId="{D9EDD200-EF4C-4A1B-B933-A7C25CBC917F}" dt="2025-04-20T16:56:12.548" v="3903" actId="113"/>
          <ac:spMkLst>
            <pc:docMk/>
            <pc:sldMk cId="1474711329" sldId="271"/>
            <ac:spMk id="4" creationId="{4A057FEC-F964-A37B-8175-43017E1326EA}"/>
          </ac:spMkLst>
        </pc:spChg>
        <pc:spChg chg="mod">
          <ac:chgData name="COLELLA IVAN GIACOMO" userId="60999289-9d9b-4267-be49-83952bdd2ee4" providerId="ADAL" clId="{D9EDD200-EF4C-4A1B-B933-A7C25CBC917F}" dt="2025-04-20T16:55:45.896" v="3897" actId="1076"/>
          <ac:spMkLst>
            <pc:docMk/>
            <pc:sldMk cId="1474711329" sldId="271"/>
            <ac:spMk id="9" creationId="{5995190A-0598-B095-EC44-DB806F8A01BA}"/>
          </ac:spMkLst>
        </pc:spChg>
        <pc:spChg chg="mod topLvl">
          <ac:chgData name="COLELLA IVAN GIACOMO" userId="60999289-9d9b-4267-be49-83952bdd2ee4" providerId="ADAL" clId="{D9EDD200-EF4C-4A1B-B933-A7C25CBC917F}" dt="2025-04-20T16:59:19.200" v="3924" actId="165"/>
          <ac:spMkLst>
            <pc:docMk/>
            <pc:sldMk cId="1474711329" sldId="271"/>
            <ac:spMk id="11" creationId="{269C8E34-A1F1-6DDF-6DF3-0E94455C64C4}"/>
          </ac:spMkLst>
        </pc:spChg>
        <pc:spChg chg="mod topLvl">
          <ac:chgData name="COLELLA IVAN GIACOMO" userId="60999289-9d9b-4267-be49-83952bdd2ee4" providerId="ADAL" clId="{D9EDD200-EF4C-4A1B-B933-A7C25CBC917F}" dt="2025-04-20T16:59:19.200" v="3924" actId="165"/>
          <ac:spMkLst>
            <pc:docMk/>
            <pc:sldMk cId="1474711329" sldId="271"/>
            <ac:spMk id="13" creationId="{3D88EB79-90A2-4AE2-FD3C-AFA345E63F47}"/>
          </ac:spMkLst>
        </pc:spChg>
        <pc:spChg chg="mod topLvl">
          <ac:chgData name="COLELLA IVAN GIACOMO" userId="60999289-9d9b-4267-be49-83952bdd2ee4" providerId="ADAL" clId="{D9EDD200-EF4C-4A1B-B933-A7C25CBC917F}" dt="2025-04-20T16:59:19.200" v="3924" actId="165"/>
          <ac:spMkLst>
            <pc:docMk/>
            <pc:sldMk cId="1474711329" sldId="271"/>
            <ac:spMk id="15" creationId="{7ADF5645-376E-5584-C927-524310FC5891}"/>
          </ac:spMkLst>
        </pc:spChg>
        <pc:spChg chg="mod topLvl">
          <ac:chgData name="COLELLA IVAN GIACOMO" userId="60999289-9d9b-4267-be49-83952bdd2ee4" providerId="ADAL" clId="{D9EDD200-EF4C-4A1B-B933-A7C25CBC917F}" dt="2025-04-20T16:59:19.200" v="3924" actId="165"/>
          <ac:spMkLst>
            <pc:docMk/>
            <pc:sldMk cId="1474711329" sldId="271"/>
            <ac:spMk id="17" creationId="{175A0593-9F48-2BA7-C2F9-D481A56285FF}"/>
          </ac:spMkLst>
        </pc:spChg>
        <pc:spChg chg="mod topLvl">
          <ac:chgData name="COLELLA IVAN GIACOMO" userId="60999289-9d9b-4267-be49-83952bdd2ee4" providerId="ADAL" clId="{D9EDD200-EF4C-4A1B-B933-A7C25CBC917F}" dt="2025-04-20T16:59:19.200" v="3924" actId="165"/>
          <ac:spMkLst>
            <pc:docMk/>
            <pc:sldMk cId="1474711329" sldId="271"/>
            <ac:spMk id="19" creationId="{EF25D16C-63DB-AFD3-2941-961F0EB44669}"/>
          </ac:spMkLst>
        </pc:spChg>
        <pc:spChg chg="mod topLvl">
          <ac:chgData name="COLELLA IVAN GIACOMO" userId="60999289-9d9b-4267-be49-83952bdd2ee4" providerId="ADAL" clId="{D9EDD200-EF4C-4A1B-B933-A7C25CBC917F}" dt="2025-04-20T16:59:19.200" v="3924" actId="165"/>
          <ac:spMkLst>
            <pc:docMk/>
            <pc:sldMk cId="1474711329" sldId="271"/>
            <ac:spMk id="21" creationId="{93D430D1-7E49-CC26-A3B1-9B9747D2BB59}"/>
          </ac:spMkLst>
        </pc:spChg>
        <pc:grpChg chg="del mod">
          <ac:chgData name="COLELLA IVAN GIACOMO" userId="60999289-9d9b-4267-be49-83952bdd2ee4" providerId="ADAL" clId="{D9EDD200-EF4C-4A1B-B933-A7C25CBC917F}" dt="2025-04-20T16:59:19.200" v="3924" actId="165"/>
          <ac:grpSpMkLst>
            <pc:docMk/>
            <pc:sldMk cId="1474711329" sldId="271"/>
            <ac:grpSpMk id="22" creationId="{CCF0C6C3-F580-AC67-EDB4-0D694254814D}"/>
          </ac:grpSpMkLst>
        </pc:grpChg>
        <pc:grpChg chg="del mod">
          <ac:chgData name="COLELLA IVAN GIACOMO" userId="60999289-9d9b-4267-be49-83952bdd2ee4" providerId="ADAL" clId="{D9EDD200-EF4C-4A1B-B933-A7C25CBC917F}" dt="2025-04-20T16:59:19.200" v="3924" actId="165"/>
          <ac:grpSpMkLst>
            <pc:docMk/>
            <pc:sldMk cId="1474711329" sldId="271"/>
            <ac:grpSpMk id="23" creationId="{D292EAE7-9E4D-A52F-C618-D418F1A4DE35}"/>
          </ac:grpSpMkLst>
        </pc:grpChg>
        <pc:grpChg chg="del mod">
          <ac:chgData name="COLELLA IVAN GIACOMO" userId="60999289-9d9b-4267-be49-83952bdd2ee4" providerId="ADAL" clId="{D9EDD200-EF4C-4A1B-B933-A7C25CBC917F}" dt="2025-04-20T16:59:19.200" v="3924" actId="165"/>
          <ac:grpSpMkLst>
            <pc:docMk/>
            <pc:sldMk cId="1474711329" sldId="271"/>
            <ac:grpSpMk id="24" creationId="{7175D41D-0185-6C03-0FCC-B588CB141D46}"/>
          </ac:grpSpMkLst>
        </pc:grpChg>
      </pc:sldChg>
      <pc:sldChg chg="modSp add mod">
        <pc:chgData name="COLELLA IVAN GIACOMO" userId="60999289-9d9b-4267-be49-83952bdd2ee4" providerId="ADAL" clId="{D9EDD200-EF4C-4A1B-B933-A7C25CBC917F}" dt="2025-04-20T17:13:03.308" v="4091" actId="1036"/>
        <pc:sldMkLst>
          <pc:docMk/>
          <pc:sldMk cId="871816661" sldId="272"/>
        </pc:sldMkLst>
        <pc:spChg chg="mod">
          <ac:chgData name="COLELLA IVAN GIACOMO" userId="60999289-9d9b-4267-be49-83952bdd2ee4" providerId="ADAL" clId="{D9EDD200-EF4C-4A1B-B933-A7C25CBC917F}" dt="2025-04-20T17:01:22.551" v="3932" actId="1076"/>
          <ac:spMkLst>
            <pc:docMk/>
            <pc:sldMk cId="871816661" sldId="272"/>
            <ac:spMk id="4" creationId="{13A39108-6201-1B1F-605E-DD7925BB77A2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9" creationId="{CCBED15C-A151-23BE-B5A6-45DAED5B4C9E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11" creationId="{494CCF76-BB89-667A-3917-384C33FA6443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13" creationId="{4F40261E-F034-6D21-3E19-EBB6A97CEEB4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15" creationId="{D50F16E7-4E0B-EFB6-102A-DB19E423F061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17" creationId="{AC8EB68B-64AE-A467-92D6-89DA4A6B9C48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19" creationId="{FC3EC137-83F1-1D80-A1F2-06D8F793FAEE}"/>
          </ac:spMkLst>
        </pc:spChg>
        <pc:spChg chg="mod">
          <ac:chgData name="COLELLA IVAN GIACOMO" userId="60999289-9d9b-4267-be49-83952bdd2ee4" providerId="ADAL" clId="{D9EDD200-EF4C-4A1B-B933-A7C25CBC917F}" dt="2025-04-20T17:13:03.308" v="4091" actId="1036"/>
          <ac:spMkLst>
            <pc:docMk/>
            <pc:sldMk cId="871816661" sldId="272"/>
            <ac:spMk id="21" creationId="{BEBD553E-2061-3735-687E-CFC02F39F4FA}"/>
          </ac:spMkLst>
        </pc:spChg>
      </pc:sldChg>
      <pc:sldChg chg="add del">
        <pc:chgData name="COLELLA IVAN GIACOMO" userId="60999289-9d9b-4267-be49-83952bdd2ee4" providerId="ADAL" clId="{D9EDD200-EF4C-4A1B-B933-A7C25CBC917F}" dt="2025-04-20T17:07:39.061" v="3995"/>
        <pc:sldMkLst>
          <pc:docMk/>
          <pc:sldMk cId="1388437539" sldId="273"/>
        </pc:sldMkLst>
      </pc:sldChg>
      <pc:sldChg chg="addSp delSp modSp add mod modTransition">
        <pc:chgData name="COLELLA IVAN GIACOMO" userId="60999289-9d9b-4267-be49-83952bdd2ee4" providerId="ADAL" clId="{D9EDD200-EF4C-4A1B-B933-A7C25CBC917F}" dt="2025-04-20T17:11:29.845" v="4056" actId="1076"/>
        <pc:sldMkLst>
          <pc:docMk/>
          <pc:sldMk cId="2768291020" sldId="273"/>
        </pc:sldMkLst>
        <pc:spChg chg="del">
          <ac:chgData name="COLELLA IVAN GIACOMO" userId="60999289-9d9b-4267-be49-83952bdd2ee4" providerId="ADAL" clId="{D9EDD200-EF4C-4A1B-B933-A7C25CBC917F}" dt="2025-04-20T17:08:05.855" v="3998" actId="478"/>
          <ac:spMkLst>
            <pc:docMk/>
            <pc:sldMk cId="2768291020" sldId="273"/>
            <ac:spMk id="4" creationId="{F16479F8-C8FC-F29C-9DC0-89A00B25C252}"/>
          </ac:spMkLst>
        </pc:spChg>
        <pc:spChg chg="add mod">
          <ac:chgData name="COLELLA IVAN GIACOMO" userId="60999289-9d9b-4267-be49-83952bdd2ee4" providerId="ADAL" clId="{D9EDD200-EF4C-4A1B-B933-A7C25CBC917F}" dt="2025-04-20T17:08:20.692" v="4000"/>
          <ac:spMkLst>
            <pc:docMk/>
            <pc:sldMk cId="2768291020" sldId="273"/>
            <ac:spMk id="5" creationId="{C03A0BE4-030D-B8E4-69A0-9C3EACC1D8CC}"/>
          </ac:spMkLst>
        </pc:spChg>
        <pc:spChg chg="add mod">
          <ac:chgData name="COLELLA IVAN GIACOMO" userId="60999289-9d9b-4267-be49-83952bdd2ee4" providerId="ADAL" clId="{D9EDD200-EF4C-4A1B-B933-A7C25CBC917F}" dt="2025-04-20T17:08:56.590" v="4002"/>
          <ac:spMkLst>
            <pc:docMk/>
            <pc:sldMk cId="2768291020" sldId="273"/>
            <ac:spMk id="6" creationId="{B2C88A4D-2134-A173-3959-3226B55984AA}"/>
          </ac:spMkLst>
        </pc:spChg>
        <pc:spChg chg="add del mod">
          <ac:chgData name="COLELLA IVAN GIACOMO" userId="60999289-9d9b-4267-be49-83952bdd2ee4" providerId="ADAL" clId="{D9EDD200-EF4C-4A1B-B933-A7C25CBC917F}" dt="2025-04-20T17:09:02.720" v="4004" actId="478"/>
          <ac:spMkLst>
            <pc:docMk/>
            <pc:sldMk cId="2768291020" sldId="273"/>
            <ac:spMk id="7" creationId="{1023993E-5E8D-609F-E321-BA0AB60F8837}"/>
          </ac:spMkLst>
        </pc:spChg>
        <pc:spChg chg="add mod">
          <ac:chgData name="COLELLA IVAN GIACOMO" userId="60999289-9d9b-4267-be49-83952bdd2ee4" providerId="ADAL" clId="{D9EDD200-EF4C-4A1B-B933-A7C25CBC917F}" dt="2025-04-20T17:11:03.735" v="4045" actId="1037"/>
          <ac:spMkLst>
            <pc:docMk/>
            <pc:sldMk cId="2768291020" sldId="273"/>
            <ac:spMk id="8" creationId="{18253CA7-A927-9FC7-E560-725801D676AF}"/>
          </ac:spMkLst>
        </pc:spChg>
        <pc:spChg chg="del mod">
          <ac:chgData name="COLELLA IVAN GIACOMO" userId="60999289-9d9b-4267-be49-83952bdd2ee4" providerId="ADAL" clId="{D9EDD200-EF4C-4A1B-B933-A7C25CBC917F}" dt="2025-04-20T17:09:04.540" v="4005" actId="478"/>
          <ac:spMkLst>
            <pc:docMk/>
            <pc:sldMk cId="2768291020" sldId="273"/>
            <ac:spMk id="9" creationId="{117B8866-5F4A-12F6-08E5-0FFF4D50AF72}"/>
          </ac:spMkLst>
        </pc:spChg>
        <pc:spChg chg="add mod">
          <ac:chgData name="COLELLA IVAN GIACOMO" userId="60999289-9d9b-4267-be49-83952bdd2ee4" providerId="ADAL" clId="{D9EDD200-EF4C-4A1B-B933-A7C25CBC917F}" dt="2025-04-20T17:10:58.595" v="4037" actId="1036"/>
          <ac:spMkLst>
            <pc:docMk/>
            <pc:sldMk cId="2768291020" sldId="273"/>
            <ac:spMk id="10" creationId="{6106F624-C1A3-DA5F-90F9-917F3F6A3531}"/>
          </ac:spMkLst>
        </pc:spChg>
        <pc:spChg chg="mod">
          <ac:chgData name="COLELLA IVAN GIACOMO" userId="60999289-9d9b-4267-be49-83952bdd2ee4" providerId="ADAL" clId="{D9EDD200-EF4C-4A1B-B933-A7C25CBC917F}" dt="2025-04-20T17:10:58.595" v="4037" actId="1036"/>
          <ac:spMkLst>
            <pc:docMk/>
            <pc:sldMk cId="2768291020" sldId="273"/>
            <ac:spMk id="11" creationId="{7E8C08C3-DA65-4A9C-9118-674AFDA658C1}"/>
          </ac:spMkLst>
        </pc:spChg>
        <pc:spChg chg="add mod">
          <ac:chgData name="COLELLA IVAN GIACOMO" userId="60999289-9d9b-4267-be49-83952bdd2ee4" providerId="ADAL" clId="{D9EDD200-EF4C-4A1B-B933-A7C25CBC917F}" dt="2025-04-20T17:11:11.240" v="4053" actId="1036"/>
          <ac:spMkLst>
            <pc:docMk/>
            <pc:sldMk cId="2768291020" sldId="273"/>
            <ac:spMk id="12" creationId="{4636ED37-A02E-B3E2-F660-F5F7566B3950}"/>
          </ac:spMkLst>
        </pc:spChg>
        <pc:spChg chg="del mod">
          <ac:chgData name="COLELLA IVAN GIACOMO" userId="60999289-9d9b-4267-be49-83952bdd2ee4" providerId="ADAL" clId="{D9EDD200-EF4C-4A1B-B933-A7C25CBC917F}" dt="2025-04-20T17:09:40.466" v="4009" actId="478"/>
          <ac:spMkLst>
            <pc:docMk/>
            <pc:sldMk cId="2768291020" sldId="273"/>
            <ac:spMk id="13" creationId="{DB3C8846-6B5E-0367-6EF2-5095EDB86194}"/>
          </ac:spMkLst>
        </pc:spChg>
        <pc:spChg chg="add mod">
          <ac:chgData name="COLELLA IVAN GIACOMO" userId="60999289-9d9b-4267-be49-83952bdd2ee4" providerId="ADAL" clId="{D9EDD200-EF4C-4A1B-B933-A7C25CBC917F}" dt="2025-04-20T17:11:29.845" v="4056" actId="1076"/>
          <ac:spMkLst>
            <pc:docMk/>
            <pc:sldMk cId="2768291020" sldId="273"/>
            <ac:spMk id="14" creationId="{E204001D-E286-172A-A194-F654066DD24C}"/>
          </ac:spMkLst>
        </pc:spChg>
        <pc:spChg chg="mod">
          <ac:chgData name="COLELLA IVAN GIACOMO" userId="60999289-9d9b-4267-be49-83952bdd2ee4" providerId="ADAL" clId="{D9EDD200-EF4C-4A1B-B933-A7C25CBC917F}" dt="2025-04-20T17:11:29.845" v="4056" actId="1076"/>
          <ac:spMkLst>
            <pc:docMk/>
            <pc:sldMk cId="2768291020" sldId="273"/>
            <ac:spMk id="15" creationId="{560EA9AA-EF55-052F-5D83-3691111234C5}"/>
          </ac:spMkLst>
        </pc:spChg>
        <pc:spChg chg="del mod">
          <ac:chgData name="COLELLA IVAN GIACOMO" userId="60999289-9d9b-4267-be49-83952bdd2ee4" providerId="ADAL" clId="{D9EDD200-EF4C-4A1B-B933-A7C25CBC917F}" dt="2025-04-20T17:10:04.060" v="4015" actId="478"/>
          <ac:spMkLst>
            <pc:docMk/>
            <pc:sldMk cId="2768291020" sldId="273"/>
            <ac:spMk id="17" creationId="{4C143458-83B5-9427-42B3-A3FC7C346DFB}"/>
          </ac:spMkLst>
        </pc:spChg>
        <pc:spChg chg="mod">
          <ac:chgData name="COLELLA IVAN GIACOMO" userId="60999289-9d9b-4267-be49-83952bdd2ee4" providerId="ADAL" clId="{D9EDD200-EF4C-4A1B-B933-A7C25CBC917F}" dt="2025-04-20T17:11:11.240" v="4053" actId="1036"/>
          <ac:spMkLst>
            <pc:docMk/>
            <pc:sldMk cId="2768291020" sldId="273"/>
            <ac:spMk id="19" creationId="{71329A81-B4BD-4437-E53E-9EDA72D57993}"/>
          </ac:spMkLst>
        </pc:spChg>
        <pc:spChg chg="del mod">
          <ac:chgData name="COLELLA IVAN GIACOMO" userId="60999289-9d9b-4267-be49-83952bdd2ee4" providerId="ADAL" clId="{D9EDD200-EF4C-4A1B-B933-A7C25CBC917F}" dt="2025-04-20T17:09:52.691" v="4012" actId="478"/>
          <ac:spMkLst>
            <pc:docMk/>
            <pc:sldMk cId="2768291020" sldId="273"/>
            <ac:spMk id="21" creationId="{25FADC92-BE12-DA7B-1A8A-029245BCA33A}"/>
          </ac:spMkLst>
        </pc:spChg>
      </pc:sldChg>
      <pc:sldChg chg="addSp delSp modSp add mod modTransition">
        <pc:chgData name="COLELLA IVAN GIACOMO" userId="60999289-9d9b-4267-be49-83952bdd2ee4" providerId="ADAL" clId="{D9EDD200-EF4C-4A1B-B933-A7C25CBC917F}" dt="2025-04-20T20:01:15.939" v="5002" actId="1076"/>
        <pc:sldMkLst>
          <pc:docMk/>
          <pc:sldMk cId="2618848787" sldId="274"/>
        </pc:sldMkLst>
        <pc:spChg chg="add mod">
          <ac:chgData name="COLELLA IVAN GIACOMO" userId="60999289-9d9b-4267-be49-83952bdd2ee4" providerId="ADAL" clId="{D9EDD200-EF4C-4A1B-B933-A7C25CBC917F}" dt="2025-04-20T20:00:44.186" v="4992" actId="1076"/>
          <ac:spMkLst>
            <pc:docMk/>
            <pc:sldMk cId="2618848787" sldId="274"/>
            <ac:spMk id="3" creationId="{102DF47D-7C45-634F-D813-D0E1D0F8E7B9}"/>
          </ac:spMkLst>
        </pc:spChg>
        <pc:spChg chg="mod">
          <ac:chgData name="COLELLA IVAN GIACOMO" userId="60999289-9d9b-4267-be49-83952bdd2ee4" providerId="ADAL" clId="{D9EDD200-EF4C-4A1B-B933-A7C25CBC917F}" dt="2025-04-20T20:01:10.353" v="5001" actId="1076"/>
          <ac:spMkLst>
            <pc:docMk/>
            <pc:sldMk cId="2618848787" sldId="274"/>
            <ac:spMk id="12" creationId="{0714C3CB-9B95-6CC4-6436-AFA8670307BF}"/>
          </ac:spMkLst>
        </pc:spChg>
        <pc:spChg chg="add del mod">
          <ac:chgData name="COLELLA IVAN GIACOMO" userId="60999289-9d9b-4267-be49-83952bdd2ee4" providerId="ADAL" clId="{D9EDD200-EF4C-4A1B-B933-A7C25CBC917F}" dt="2025-04-20T19:38:45.760" v="4841" actId="164"/>
          <ac:spMkLst>
            <pc:docMk/>
            <pc:sldMk cId="2618848787" sldId="274"/>
            <ac:spMk id="16" creationId="{A1E639BE-4FEC-4EB8-6249-DD2096F64ABE}"/>
          </ac:spMkLst>
        </pc:spChg>
        <pc:spChg chg="add del mod">
          <ac:chgData name="COLELLA IVAN GIACOMO" userId="60999289-9d9b-4267-be49-83952bdd2ee4" providerId="ADAL" clId="{D9EDD200-EF4C-4A1B-B933-A7C25CBC917F}" dt="2025-04-20T18:37:34.026" v="4580" actId="478"/>
          <ac:spMkLst>
            <pc:docMk/>
            <pc:sldMk cId="2618848787" sldId="274"/>
            <ac:spMk id="18" creationId="{22B32BBE-264F-1042-3FF8-45C75512BA38}"/>
          </ac:spMkLst>
        </pc:spChg>
        <pc:spChg chg="add del mod">
          <ac:chgData name="COLELLA IVAN GIACOMO" userId="60999289-9d9b-4267-be49-83952bdd2ee4" providerId="ADAL" clId="{D9EDD200-EF4C-4A1B-B933-A7C25CBC917F}" dt="2025-04-20T18:37:34.026" v="4580" actId="478"/>
          <ac:spMkLst>
            <pc:docMk/>
            <pc:sldMk cId="2618848787" sldId="274"/>
            <ac:spMk id="20" creationId="{9A91FC07-FC9C-6F89-90A6-C72360C83405}"/>
          </ac:spMkLst>
        </pc:spChg>
        <pc:spChg chg="del mod">
          <ac:chgData name="COLELLA IVAN GIACOMO" userId="60999289-9d9b-4267-be49-83952bdd2ee4" providerId="ADAL" clId="{D9EDD200-EF4C-4A1B-B933-A7C25CBC917F}" dt="2025-04-20T18:37:25.661" v="4576" actId="478"/>
          <ac:spMkLst>
            <pc:docMk/>
            <pc:sldMk cId="2618848787" sldId="274"/>
            <ac:spMk id="22" creationId="{981F1381-5399-3A03-78F4-864D20447D30}"/>
          </ac:spMkLst>
        </pc:spChg>
        <pc:spChg chg="mod">
          <ac:chgData name="COLELLA IVAN GIACOMO" userId="60999289-9d9b-4267-be49-83952bdd2ee4" providerId="ADAL" clId="{D9EDD200-EF4C-4A1B-B933-A7C25CBC917F}" dt="2025-04-20T19:38:45.760" v="4841" actId="164"/>
          <ac:spMkLst>
            <pc:docMk/>
            <pc:sldMk cId="2618848787" sldId="274"/>
            <ac:spMk id="23" creationId="{379760A6-2187-D5B4-9A70-6D099D7625C5}"/>
          </ac:spMkLst>
        </pc:spChg>
        <pc:grpChg chg="add mod">
          <ac:chgData name="COLELLA IVAN GIACOMO" userId="60999289-9d9b-4267-be49-83952bdd2ee4" providerId="ADAL" clId="{D9EDD200-EF4C-4A1B-B933-A7C25CBC917F}" dt="2025-04-20T20:01:15.939" v="5002" actId="1076"/>
          <ac:grpSpMkLst>
            <pc:docMk/>
            <pc:sldMk cId="2618848787" sldId="274"/>
            <ac:grpSpMk id="11" creationId="{1C9C46E9-B094-96E0-F895-662EEB01C100}"/>
          </ac:grpSpMkLst>
        </pc:grpChg>
        <pc:graphicFrameChg chg="add mod modGraphic">
          <ac:chgData name="COLELLA IVAN GIACOMO" userId="60999289-9d9b-4267-be49-83952bdd2ee4" providerId="ADAL" clId="{D9EDD200-EF4C-4A1B-B933-A7C25CBC917F}" dt="2025-04-20T19:38:24.688" v="4837" actId="14734"/>
          <ac:graphicFrameMkLst>
            <pc:docMk/>
            <pc:sldMk cId="2618848787" sldId="274"/>
            <ac:graphicFrameMk id="10" creationId="{916D49DF-C106-1824-FCF1-E576AD41E21C}"/>
          </ac:graphicFrameMkLst>
        </pc:graphicFrameChg>
        <pc:picChg chg="add mod">
          <ac:chgData name="COLELLA IVAN GIACOMO" userId="60999289-9d9b-4267-be49-83952bdd2ee4" providerId="ADAL" clId="{D9EDD200-EF4C-4A1B-B933-A7C25CBC917F}" dt="2025-04-20T19:38:45.760" v="4841" actId="164"/>
          <ac:picMkLst>
            <pc:docMk/>
            <pc:sldMk cId="2618848787" sldId="274"/>
            <ac:picMk id="4" creationId="{2DB61E54-2F51-F448-90B7-19AE3E355680}"/>
          </ac:picMkLst>
        </pc:picChg>
        <pc:picChg chg="add del mod">
          <ac:chgData name="COLELLA IVAN GIACOMO" userId="60999289-9d9b-4267-be49-83952bdd2ee4" providerId="ADAL" clId="{D9EDD200-EF4C-4A1B-B933-A7C25CBC917F}" dt="2025-04-20T18:41:18.983" v="4625" actId="478"/>
          <ac:picMkLst>
            <pc:docMk/>
            <pc:sldMk cId="2618848787" sldId="274"/>
            <ac:picMk id="6" creationId="{F31EB24A-93D9-7B27-FCD2-5D5AF3E04E64}"/>
          </ac:picMkLst>
        </pc:picChg>
        <pc:picChg chg="add mod">
          <ac:chgData name="COLELLA IVAN GIACOMO" userId="60999289-9d9b-4267-be49-83952bdd2ee4" providerId="ADAL" clId="{D9EDD200-EF4C-4A1B-B933-A7C25CBC917F}" dt="2025-04-20T19:34:51.410" v="4809" actId="1076"/>
          <ac:picMkLst>
            <pc:docMk/>
            <pc:sldMk cId="2618848787" sldId="274"/>
            <ac:picMk id="9" creationId="{707E0F3B-69E0-7E76-0B85-B3BB8AC7B215}"/>
          </ac:picMkLst>
        </pc:picChg>
        <pc:picChg chg="mod">
          <ac:chgData name="COLELLA IVAN GIACOMO" userId="60999289-9d9b-4267-be49-83952bdd2ee4" providerId="ADAL" clId="{D9EDD200-EF4C-4A1B-B933-A7C25CBC917F}" dt="2025-04-20T18:27:46.549" v="4567" actId="1076"/>
          <ac:picMkLst>
            <pc:docMk/>
            <pc:sldMk cId="2618848787" sldId="274"/>
            <ac:picMk id="14" creationId="{48F42768-BF28-0EC7-DC6F-F44EA0E507B2}"/>
          </ac:picMkLst>
        </pc:picChg>
        <pc:picChg chg="del mod">
          <ac:chgData name="COLELLA IVAN GIACOMO" userId="60999289-9d9b-4267-be49-83952bdd2ee4" providerId="ADAL" clId="{D9EDD200-EF4C-4A1B-B933-A7C25CBC917F}" dt="2025-04-20T18:37:26.507" v="4577" actId="478"/>
          <ac:picMkLst>
            <pc:docMk/>
            <pc:sldMk cId="2618848787" sldId="274"/>
            <ac:picMk id="33" creationId="{1248D6BE-2389-10C1-2FD7-0ACFC4A33C9E}"/>
          </ac:picMkLst>
        </pc:picChg>
        <pc:picChg chg="add del mod">
          <ac:chgData name="COLELLA IVAN GIACOMO" userId="60999289-9d9b-4267-be49-83952bdd2ee4" providerId="ADAL" clId="{D9EDD200-EF4C-4A1B-B933-A7C25CBC917F}" dt="2025-04-20T18:37:34.026" v="4580" actId="478"/>
          <ac:picMkLst>
            <pc:docMk/>
            <pc:sldMk cId="2618848787" sldId="274"/>
            <ac:picMk id="35" creationId="{028EB3C5-6A43-F8F9-5EE4-838B6E61FA0F}"/>
          </ac:picMkLst>
        </pc:picChg>
        <pc:picChg chg="add del mod">
          <ac:chgData name="COLELLA IVAN GIACOMO" userId="60999289-9d9b-4267-be49-83952bdd2ee4" providerId="ADAL" clId="{D9EDD200-EF4C-4A1B-B933-A7C25CBC917F}" dt="2025-04-20T18:39:34.630" v="4605" actId="478"/>
          <ac:picMkLst>
            <pc:docMk/>
            <pc:sldMk cId="2618848787" sldId="274"/>
            <ac:picMk id="37" creationId="{296ECBD2-CF16-67BE-6461-CC8B009B359A}"/>
          </ac:picMkLst>
        </pc:picChg>
        <pc:picChg chg="add del mod">
          <ac:chgData name="COLELLA IVAN GIACOMO" userId="60999289-9d9b-4267-be49-83952bdd2ee4" providerId="ADAL" clId="{D9EDD200-EF4C-4A1B-B933-A7C25CBC917F}" dt="2025-04-20T18:37:34.026" v="4580" actId="478"/>
          <ac:picMkLst>
            <pc:docMk/>
            <pc:sldMk cId="2618848787" sldId="274"/>
            <ac:picMk id="39" creationId="{091C84CA-C24F-3B1C-C8A4-C6B348472E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31879-6CBD-43B4-BD18-14FCC0AF3500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55EF7-83FA-4247-9509-852CEF16B8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1509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034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0921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052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062C-3DFE-2480-F8A8-25FCF721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570EFB-44DD-C92F-0AE6-3B25896A3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58D41E-972A-3B9C-3C81-0018669F2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5BBF23-34F5-8EED-461E-6F4F73135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4737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96C8A-FA83-CDF5-E928-04816B85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518054-7877-6ED2-88D1-AD1AD9A30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2E1F37-EDD1-D08E-7BE3-C503C3339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0DBC16-5A98-0749-5F21-CDB413EDE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3859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0841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763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642C-3B4A-EABB-D3F6-3CA428DC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02BF130-C84C-FC44-4D79-6E393E59A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2E8788-1934-78D4-7DD0-1FB70838A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8F5493-7222-7CAA-CCB4-C08382627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754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673C-40C6-8EE0-322A-39E303C2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E8F25E-E8AB-5009-978D-B35130629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036E2EC-97B2-F6D8-9238-BBE460020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D40F90-C95E-3606-0829-54A548E36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646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02ED-57CE-DF91-5506-EF6F68D2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D70954-30FF-6D2D-F6C3-092E50AC2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B1D4FA-3A4C-C45F-9AC2-96141E0A2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17B441-3100-F004-0BA7-3104DF9BF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9606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0E2E-9CD4-0497-8F06-309EA6EB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4AC557-5C20-F161-AD13-4AE8D75E7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E4D070-39CA-01E6-C638-F06E4E4A4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B6F7B8-42C1-AB19-680E-17E62311D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1481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A693-D8B6-CF0D-6975-73FB10DF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B9907E0-F44C-B894-35EF-06AEA8237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76B84C-9231-79C2-5451-CB5CCC3B1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D95B4C-66CC-BD57-1F87-C37CCB3DF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468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3CBE-26A1-0002-D03F-EFA7BE7E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736F280-1679-A62E-39F0-5F4E5DF1F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31B08FD-F1BC-15BA-739A-969530975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848DE1-9871-27C4-F487-9AE9396AF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55EF7-83FA-4247-9509-852CEF16B873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79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B8C0F8-106A-D855-52D7-047EEE167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F8549C-9719-1859-679A-2CDBB569C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3514B1-ED7E-62F9-9F3C-E62FD051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66E887-6C24-CF25-BB8F-05EA0B87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E4E00E-04A6-3916-00A9-981D09E1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398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354B22-9A36-CE46-D712-DD827209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5CA048-D6ED-53BA-BFF5-8F97F300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BDDF2F-AE5D-A699-4A63-F827EF86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91223F-8BFA-8F60-33A3-BF668A43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8DD223-B9B4-7A7C-0805-9FD09941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312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333FE-60BB-971C-5D70-1FF469E1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ED5112-2823-A49F-463C-6D5F8B53B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262970-DBE7-DA65-5B67-8AC1B2B5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E86EDC-3A0E-B425-FF4D-7498BD86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E40033-DDC2-D371-500B-DF28DE29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511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8BCFD8-63B1-F092-AF85-E2B87CEF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7659C6-6B1B-7BFB-A16B-A0D13FD4A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5EE2AE6-343D-CF17-2A1E-B1B5666D7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C85492C-246B-F816-4D8F-A0982DAB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F001957-D204-209F-ECCD-2C18853D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C278CC-0CFF-5D29-A990-1DF7ADFB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010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0928AD-EDE0-8B35-31CC-7799DFBA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6D433D9-2B01-495D-FA18-5F427D667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77EC99-CCC2-8C86-356D-BA3498EE7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A3BE495-380C-EC96-91AB-5D66BF278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78C6CB7-8DF0-96E1-341B-D2C72D66D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363EF95-D3A1-D528-8E8F-1C6CE7E1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597C3F2-3C61-127E-277D-00C72CF02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52308C2-9900-4E5E-73D1-EF92C432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90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1BC56E-8479-72A6-78B4-84AFB334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62B95E-C093-FAA3-8643-E68114CE4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0C247E2-BA97-F068-BEE5-016CF3A3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DF6ACF-C84B-812B-1BB7-95A6DA12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792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1CC614C-2C11-2F79-C601-86C99A47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A5AA4CB-2896-329F-C40A-57411BA7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0DBE59-E908-D48E-0E40-D278609F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024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2202D-E312-1A0A-0D74-143FAE78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6272A0-F758-F14E-FD05-D669C46E8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B999FB0-FD87-CB6F-AABA-484ACC338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DE5BF4E-BB26-8C9A-CBE7-CDF6E07B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5D7010-C779-7899-C1EE-526AEE7F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C8EA69-C99D-676E-6F68-95260220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361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6B793-EE81-2970-B3DB-1342CC51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1D92CF7-E252-94DE-96CA-CABF5E26B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A6C49F-E26C-B1AD-380A-338619E4A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DE2D2C-038C-20B8-B139-E03BF1A4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FD7ED5-A8C3-2B05-97BD-3CDFC74F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F016F1-57DD-EB45-C996-8577469A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01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59F23-2A3A-EBBE-4990-D4A07367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B0D4419-3234-8BDD-BF15-DF234CAB6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491833-A75D-A91C-64C0-F60E2AB6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580F63-778E-9358-50F5-CB5D4ED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7BC544-513B-11CC-5B73-C68B4183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803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3C5287A-19F3-EADD-6332-658D4C628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8B7950-15B7-CABA-0FB3-5BACDD533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29F417-E4F6-67FF-36B4-C1EF4E9C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D13066-C462-829B-9AEC-77B58AB8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870F2F-E09D-5631-D65D-6DDBCF49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972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939D325-5D6B-BF69-AD34-B07E6327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44C9F8-FB6D-46EC-E2ED-52BA1A19F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C143C0-5D9A-B26F-78D4-D30CAB007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5FAED-7269-4FC3-8018-8EDE2A5B1629}" type="datetimeFigureOut">
              <a:rPr lang="it-IT" smtClean="0"/>
              <a:t>20/04/2026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A5951A-B9C7-41BD-DC72-F324F5A0A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F18920-BB0C-46F2-6F15-A79333691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B83B0A-BFBE-4B18-99ED-C1E1C11DA1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242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.jpg"/><Relationship Id="rId5" Type="http://schemas.openxmlformats.org/officeDocument/2006/relationships/image" Target="../media/image14.png"/><Relationship Id="rId10" Type="http://schemas.openxmlformats.org/officeDocument/2006/relationships/image" Target="../media/image16.jpg"/><Relationship Id="rId4" Type="http://schemas.openxmlformats.org/officeDocument/2006/relationships/image" Target="../media/image7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10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10" Type="http://schemas.openxmlformats.org/officeDocument/2006/relationships/image" Target="../media/image29.png"/><Relationship Id="rId4" Type="http://schemas.openxmlformats.org/officeDocument/2006/relationships/image" Target="../media/image9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emf"/><Relationship Id="rId11" Type="http://schemas.openxmlformats.org/officeDocument/2006/relationships/image" Target="../media/image35.png"/><Relationship Id="rId5" Type="http://schemas.openxmlformats.org/officeDocument/2006/relationships/image" Target="../media/image10.png"/><Relationship Id="rId10" Type="http://schemas.openxmlformats.org/officeDocument/2006/relationships/image" Target="../media/image34.png"/><Relationship Id="rId4" Type="http://schemas.openxmlformats.org/officeDocument/2006/relationships/image" Target="../media/image9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1.jpeg"/><Relationship Id="rId7" Type="http://schemas.openxmlformats.org/officeDocument/2006/relationships/image" Target="../media/image37.emf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10.png"/><Relationship Id="rId10" Type="http://schemas.openxmlformats.org/officeDocument/2006/relationships/image" Target="../media/image40.emf"/><Relationship Id="rId4" Type="http://schemas.openxmlformats.org/officeDocument/2006/relationships/image" Target="../media/image9.png"/><Relationship Id="rId9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jpe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52.png"/><Relationship Id="rId5" Type="http://schemas.openxmlformats.org/officeDocument/2006/relationships/image" Target="../media/image10.png"/><Relationship Id="rId10" Type="http://schemas.openxmlformats.org/officeDocument/2006/relationships/image" Target="../media/image51.png"/><Relationship Id="rId4" Type="http://schemas.openxmlformats.org/officeDocument/2006/relationships/image" Target="../media/image9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2">
            <a:extLst>
              <a:ext uri="{FF2B5EF4-FFF2-40B4-BE49-F238E27FC236}">
                <a16:creationId xmlns:a16="http://schemas.microsoft.com/office/drawing/2014/main" id="{0B35C356-1B48-DEA9-810E-BF65EA9EE8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51CD399-6583-FF04-ECFE-9CD3EB417567}"/>
              </a:ext>
            </a:extLst>
          </p:cNvPr>
          <p:cNvSpPr txBox="1"/>
          <p:nvPr/>
        </p:nvSpPr>
        <p:spPr>
          <a:xfrm>
            <a:off x="3301306" y="1260333"/>
            <a:ext cx="5589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POLITECNICO DI BARI</a:t>
            </a:r>
            <a:endParaRPr lang="it-IT" sz="3600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C21658C-C063-782A-515A-370DFB86022E}"/>
              </a:ext>
            </a:extLst>
          </p:cNvPr>
          <p:cNvSpPr txBox="1"/>
          <p:nvPr/>
        </p:nvSpPr>
        <p:spPr>
          <a:xfrm>
            <a:off x="2899605" y="1908301"/>
            <a:ext cx="6392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Dipartimento di Ingegneria ELETTRICA e dell’INFORMAZIONE</a:t>
            </a:r>
            <a:endParaRPr lang="it-IT" sz="1400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087C921-3D55-2223-F765-A5AACA254736}"/>
              </a:ext>
            </a:extLst>
          </p:cNvPr>
          <p:cNvSpPr txBox="1"/>
          <p:nvPr/>
        </p:nvSpPr>
        <p:spPr>
          <a:xfrm>
            <a:off x="3650801" y="2737452"/>
            <a:ext cx="4890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Corso di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Vision - Image Processing</a:t>
            </a:r>
            <a:endParaRPr lang="it-IT" sz="1400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B89F2A1-B678-8CFC-61CC-F04DABD1E63B}"/>
              </a:ext>
            </a:extLst>
          </p:cNvPr>
          <p:cNvSpPr txBox="1"/>
          <p:nvPr/>
        </p:nvSpPr>
        <p:spPr>
          <a:xfrm>
            <a:off x="3322365" y="3387612"/>
            <a:ext cx="554725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500" b="1" noProof="0" dirty="0">
                <a:effectLst/>
                <a:ea typeface="Palatino Linotype" panose="02040502050505030304" pitchFamily="18" charset="0"/>
                <a:cs typeface="Times New Roman" panose="02020603050405020304" pitchFamily="18" charset="0"/>
              </a:rPr>
              <a:t>Segmentazione Automatica di Lesioni Cerebrali tramite Morfologia Matematica e </a:t>
            </a:r>
            <a:r>
              <a:rPr lang="it-IT" sz="2500" b="1" noProof="0" dirty="0" err="1">
                <a:effectLst/>
                <a:ea typeface="Palatino Linotype" panose="02040502050505030304" pitchFamily="18" charset="0"/>
                <a:cs typeface="Times New Roman" panose="02020603050405020304" pitchFamily="18" charset="0"/>
              </a:rPr>
              <a:t>Sogliatura</a:t>
            </a:r>
            <a:r>
              <a:rPr lang="it-IT" sz="2500" b="1" noProof="0" dirty="0">
                <a:effectLst/>
                <a:ea typeface="Palatino Linotype" panose="02040502050505030304" pitchFamily="18" charset="0"/>
                <a:cs typeface="Times New Roman" panose="02020603050405020304" pitchFamily="18" charset="0"/>
              </a:rPr>
              <a:t> Iterativa</a:t>
            </a:r>
            <a:endParaRPr lang="it-IT" sz="2500" noProof="0" dirty="0">
              <a:cs typeface="Times New Roman" panose="02020603050405020304" pitchFamily="18" charset="0"/>
            </a:endParaRP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A4E67152-9FF1-1CDE-D749-DEBB4BF3D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565993"/>
              </p:ext>
            </p:extLst>
          </p:nvPr>
        </p:nvGraphicFramePr>
        <p:xfrm>
          <a:off x="599761" y="5093424"/>
          <a:ext cx="10992464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73136">
                  <a:extLst>
                    <a:ext uri="{9D8B030D-6E8A-4147-A177-3AD203B41FA5}">
                      <a16:colId xmlns:a16="http://schemas.microsoft.com/office/drawing/2014/main" val="2854318537"/>
                    </a:ext>
                  </a:extLst>
                </a:gridCol>
                <a:gridCol w="5519328">
                  <a:extLst>
                    <a:ext uri="{9D8B030D-6E8A-4147-A177-3AD203B41FA5}">
                      <a16:colId xmlns:a16="http://schemas.microsoft.com/office/drawing/2014/main" val="2463006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2000" b="1" noProof="0" dirty="0">
                          <a:solidFill>
                            <a:schemeClr val="tx1"/>
                          </a:solidFill>
                          <a:effectLst/>
                        </a:rPr>
                        <a:t>          Coordinatore del corso:</a:t>
                      </a:r>
                      <a:r>
                        <a:rPr lang="it-IT" sz="1800" b="1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it-IT" sz="20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Prof. Andrea Guerriero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2000" b="1" noProof="0" dirty="0">
                          <a:solidFill>
                            <a:schemeClr val="tx1"/>
                          </a:solidFill>
                          <a:effectLst/>
                        </a:rPr>
                        <a:t>                              Studenti:</a:t>
                      </a:r>
                    </a:p>
                    <a:p>
                      <a:pPr algn="l">
                        <a:buNone/>
                      </a:pPr>
                      <a:r>
                        <a:rPr lang="it-IT" sz="2000" b="1" noProof="0" dirty="0">
                          <a:solidFill>
                            <a:schemeClr val="tx1"/>
                          </a:solidFill>
                          <a:effectLst/>
                        </a:rPr>
                        <a:t>                           </a:t>
                      </a:r>
                      <a:r>
                        <a:rPr lang="it-IT" sz="1800" b="1" noProof="0" dirty="0">
                          <a:solidFill>
                            <a:schemeClr val="tx1"/>
                          </a:solidFill>
                          <a:effectLst/>
                        </a:rPr>
                        <a:t>   </a:t>
                      </a:r>
                      <a:r>
                        <a:rPr lang="it-IT" sz="2000" b="1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Andrea Patruno - 602617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69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it-IT" sz="1800" b="1" noProof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2000" b="1" noProof="0" dirty="0">
                          <a:solidFill>
                            <a:schemeClr val="tx1"/>
                          </a:solidFill>
                          <a:effectLst/>
                        </a:rPr>
                        <a:t>                              Ivan Giacomo Colella - 601432</a:t>
                      </a:r>
                      <a:endParaRPr lang="it-IT" sz="1800" b="1" noProof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742532"/>
                  </a:ext>
                </a:extLst>
              </a:tr>
            </a:tbl>
          </a:graphicData>
        </a:graphic>
      </p:graphicFrame>
      <p:pic>
        <p:nvPicPr>
          <p:cNvPr id="33" name="Immagine 32" descr="Immagine che contiene schermata, linea, design&#10;&#10;Il contenuto generato dall'IA potrebbe non essere corretto.">
            <a:extLst>
              <a:ext uri="{FF2B5EF4-FFF2-40B4-BE49-F238E27FC236}">
                <a16:creationId xmlns:a16="http://schemas.microsoft.com/office/drawing/2014/main" id="{80B83500-ED4C-C4E0-F09F-153051B40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56"/>
          <a:stretch/>
        </p:blipFill>
        <p:spPr>
          <a:xfrm rot="3294216">
            <a:off x="8374522" y="1552579"/>
            <a:ext cx="6183662" cy="2526774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D0AFDAD-31E1-DE46-3DF6-190ABD623007}"/>
              </a:ext>
            </a:extLst>
          </p:cNvPr>
          <p:cNvSpPr txBox="1"/>
          <p:nvPr/>
        </p:nvSpPr>
        <p:spPr>
          <a:xfrm>
            <a:off x="4464963" y="6408955"/>
            <a:ext cx="3262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3060065" algn="ctr"/>
                <a:tab pos="6120130" algn="r"/>
                <a:tab pos="160020" algn="l"/>
                <a:tab pos="2877820" algn="ctr"/>
                <a:tab pos="3060065" algn="ctr"/>
                <a:tab pos="6120130" algn="r"/>
              </a:tabLst>
            </a:pPr>
            <a:r>
              <a:rPr lang="it-IT" sz="1800" b="1" noProof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Anno Accademico 2025/2026</a:t>
            </a:r>
            <a:endParaRPr lang="it-IT" sz="1800" noProof="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2" name="Immagine 41" descr="Immagine che contiene testo, schermata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B5F3968-97E6-B0BB-BBF7-3262BC9BA1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096" y="-440116"/>
            <a:ext cx="3817531" cy="2139497"/>
          </a:xfrm>
          <a:prstGeom prst="rect">
            <a:avLst/>
          </a:prstGeom>
        </p:spPr>
      </p:pic>
      <p:pic>
        <p:nvPicPr>
          <p:cNvPr id="44" name="Immagine 43" descr="Immagine che contiene testo, cerchio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BDB4D0A-CD24-CA10-9AD3-63BC137BA6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3" y="-280224"/>
            <a:ext cx="3050057" cy="195329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36EE161-0AC6-2A23-C263-3D89FCFCE41A}"/>
              </a:ext>
            </a:extLst>
          </p:cNvPr>
          <p:cNvSpPr txBox="1"/>
          <p:nvPr/>
        </p:nvSpPr>
        <p:spPr>
          <a:xfrm>
            <a:off x="3986907" y="2322876"/>
            <a:ext cx="4218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it-IT" sz="1800" b="1" noProof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aster’s</a:t>
            </a:r>
            <a:r>
              <a:rPr lang="it-IT" sz="1800" b="1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degree in computer engineering</a:t>
            </a:r>
            <a:endParaRPr lang="it-IT" sz="1400" b="1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E5216F8-6730-EC33-C99F-FA7C3B0EA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11" y="2849212"/>
            <a:ext cx="1695687" cy="1705213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7C0A8479-2191-8712-32FE-25AC8386A9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5019" y="1540685"/>
            <a:ext cx="3916424" cy="339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2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E9478-E55E-35BE-158F-B03AC95F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164C9416-9B26-D318-4FA3-2CED1CA80B1D}"/>
              </a:ext>
            </a:extLst>
          </p:cNvPr>
          <p:cNvSpPr/>
          <p:nvPr/>
        </p:nvSpPr>
        <p:spPr>
          <a:xfrm>
            <a:off x="-160020" y="-13488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14C9BA4-F3A0-B5E9-93E3-02679A420624}"/>
              </a:ext>
            </a:extLst>
          </p:cNvPr>
          <p:cNvSpPr txBox="1"/>
          <p:nvPr/>
        </p:nvSpPr>
        <p:spPr>
          <a:xfrm>
            <a:off x="3047999" y="-833878"/>
            <a:ext cx="5589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POLITECNICO DI BARI</a:t>
            </a:r>
            <a:endParaRPr lang="it-IT" sz="3600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7CA7CE5-1D72-52F2-5722-F5212F0D2B40}"/>
              </a:ext>
            </a:extLst>
          </p:cNvPr>
          <p:cNvSpPr txBox="1"/>
          <p:nvPr/>
        </p:nvSpPr>
        <p:spPr>
          <a:xfrm>
            <a:off x="-6168681" y="-610646"/>
            <a:ext cx="7299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Dipartimento di Ingegneria ELETTRICA e dell’INFORMAZIONE</a:t>
            </a:r>
            <a:endParaRPr lang="it-IT" sz="1400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C790F8B-6843-AAD9-F456-D9E167F23BED}"/>
              </a:ext>
            </a:extLst>
          </p:cNvPr>
          <p:cNvSpPr txBox="1"/>
          <p:nvPr/>
        </p:nvSpPr>
        <p:spPr>
          <a:xfrm>
            <a:off x="10554902" y="-668769"/>
            <a:ext cx="8181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CORSO DI LAUREA IN INGEGNERIA INFORMATICA E DELL’AUTOMAZIONE</a:t>
            </a:r>
            <a:endParaRPr lang="it-IT" sz="1400" noProof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9C2BF27-2FD0-767D-0BAD-61461346D0C1}"/>
              </a:ext>
            </a:extLst>
          </p:cNvPr>
          <p:cNvSpPr txBox="1"/>
          <p:nvPr/>
        </p:nvSpPr>
        <p:spPr>
          <a:xfrm>
            <a:off x="1942613" y="85240"/>
            <a:ext cx="77338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noProof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Palatino Linotype" panose="02040502050505030304" pitchFamily="18" charset="0"/>
                <a:cs typeface="Times New Roman" panose="02020603050405020304" pitchFamily="18" charset="0"/>
              </a:rPr>
              <a:t>Introduzione al Progetto e Contenuti della Presentazione</a:t>
            </a:r>
            <a:endParaRPr lang="it-IT" sz="3200" b="1" noProof="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pic>
        <p:nvPicPr>
          <p:cNvPr id="33" name="Immagine 32" descr="Immagine che contiene schermata, linea, design&#10;&#10;Il contenuto generato dall'IA potrebbe non essere corretto.">
            <a:extLst>
              <a:ext uri="{FF2B5EF4-FFF2-40B4-BE49-F238E27FC236}">
                <a16:creationId xmlns:a16="http://schemas.microsoft.com/office/drawing/2014/main" id="{D5ECF890-3159-AD3A-CDC5-592F5BED7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4216">
            <a:off x="10733920" y="4892637"/>
            <a:ext cx="7322878" cy="2526774"/>
          </a:xfrm>
          <a:prstGeom prst="rect">
            <a:avLst/>
          </a:prstGeom>
        </p:spPr>
      </p:pic>
      <p:grpSp>
        <p:nvGrpSpPr>
          <p:cNvPr id="31" name="Group 18">
            <a:extLst>
              <a:ext uri="{FF2B5EF4-FFF2-40B4-BE49-F238E27FC236}">
                <a16:creationId xmlns:a16="http://schemas.microsoft.com/office/drawing/2014/main" id="{82A3D542-3FAB-0CEC-8DF3-87D38B228D8E}"/>
              </a:ext>
            </a:extLst>
          </p:cNvPr>
          <p:cNvGrpSpPr/>
          <p:nvPr/>
        </p:nvGrpSpPr>
        <p:grpSpPr>
          <a:xfrm>
            <a:off x="7342400" y="1623188"/>
            <a:ext cx="3681163" cy="2206536"/>
            <a:chOff x="7430554" y="1488090"/>
            <a:chExt cx="3516568" cy="2107877"/>
          </a:xfrm>
        </p:grpSpPr>
        <p:grpSp>
          <p:nvGrpSpPr>
            <p:cNvPr id="76" name="Group 16">
              <a:extLst>
                <a:ext uri="{FF2B5EF4-FFF2-40B4-BE49-F238E27FC236}">
                  <a16:creationId xmlns:a16="http://schemas.microsoft.com/office/drawing/2014/main" id="{B6BCF0E7-CAE5-4525-87DA-45396210FE7F}"/>
                </a:ext>
              </a:extLst>
            </p:cNvPr>
            <p:cNvGrpSpPr/>
            <p:nvPr/>
          </p:nvGrpSpPr>
          <p:grpSpPr>
            <a:xfrm>
              <a:off x="7430554" y="1488090"/>
              <a:ext cx="3516568" cy="2107877"/>
              <a:chOff x="7430554" y="1488090"/>
              <a:chExt cx="3516568" cy="2107877"/>
            </a:xfrm>
          </p:grpSpPr>
          <p:grpSp>
            <p:nvGrpSpPr>
              <p:cNvPr id="78" name="Group 5">
                <a:extLst>
                  <a:ext uri="{FF2B5EF4-FFF2-40B4-BE49-F238E27FC236}">
                    <a16:creationId xmlns:a16="http://schemas.microsoft.com/office/drawing/2014/main" id="{E4401AB5-DB4F-D20F-419E-45EA3D760120}"/>
                  </a:ext>
                </a:extLst>
              </p:cNvPr>
              <p:cNvGrpSpPr/>
              <p:nvPr/>
            </p:nvGrpSpPr>
            <p:grpSpPr>
              <a:xfrm>
                <a:off x="7430554" y="1488090"/>
                <a:ext cx="3516568" cy="2107877"/>
                <a:chOff x="1836631" y="3557565"/>
                <a:chExt cx="3060420" cy="1834457"/>
              </a:xfrm>
            </p:grpSpPr>
            <p:sp>
              <p:nvSpPr>
                <p:cNvPr id="80" name="Isosceles Triangle 4">
                  <a:extLst>
                    <a:ext uri="{FF2B5EF4-FFF2-40B4-BE49-F238E27FC236}">
                      <a16:creationId xmlns:a16="http://schemas.microsoft.com/office/drawing/2014/main" id="{1254016B-81D9-83F2-AD91-4C76FB12F797}"/>
                    </a:ext>
                  </a:extLst>
                </p:cNvPr>
                <p:cNvSpPr/>
                <p:nvPr/>
              </p:nvSpPr>
              <p:spPr>
                <a:xfrm rot="10800000">
                  <a:off x="1836631" y="4123381"/>
                  <a:ext cx="3060420" cy="1268641"/>
                </a:xfrm>
                <a:prstGeom prst="triangle">
                  <a:avLst/>
                </a:prstGeom>
                <a:solidFill>
                  <a:schemeClr val="tx1">
                    <a:alpha val="35000"/>
                  </a:schemeClr>
                </a:solidFill>
                <a:ln>
                  <a:noFill/>
                </a:ln>
                <a:effectLst>
                  <a:softEdge rad="1270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noProof="0" dirty="0"/>
                </a:p>
              </p:txBody>
            </p:sp>
            <p:sp>
              <p:nvSpPr>
                <p:cNvPr id="81" name="Rectangle 51">
                  <a:extLst>
                    <a:ext uri="{FF2B5EF4-FFF2-40B4-BE49-F238E27FC236}">
                      <a16:creationId xmlns:a16="http://schemas.microsoft.com/office/drawing/2014/main" id="{4623FE77-C49E-5E3C-ACDF-00C06C68FD50}"/>
                    </a:ext>
                  </a:extLst>
                </p:cNvPr>
                <p:cNvSpPr/>
                <p:nvPr/>
              </p:nvSpPr>
              <p:spPr>
                <a:xfrm rot="2700000">
                  <a:off x="2634144" y="3557565"/>
                  <a:ext cx="1484851" cy="1484851"/>
                </a:xfrm>
                <a:prstGeom prst="rect">
                  <a:avLst/>
                </a:prstGeom>
                <a:gradFill flip="none" rotWithShape="1">
                  <a:gsLst>
                    <a:gs pos="17000">
                      <a:srgbClr val="34B2CA"/>
                    </a:gs>
                    <a:gs pos="66000">
                      <a:srgbClr val="257E8F"/>
                    </a:gs>
                    <a:gs pos="0">
                      <a:srgbClr val="39C1DB"/>
                    </a:gs>
                    <a:gs pos="100000">
                      <a:srgbClr val="257E8F"/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noProof="0" dirty="0"/>
                </a:p>
              </p:txBody>
            </p:sp>
          </p:grpSp>
          <p:pic>
            <p:nvPicPr>
              <p:cNvPr id="79" name="Graphic 117" descr="Bullseye outline">
                <a:extLst>
                  <a:ext uri="{FF2B5EF4-FFF2-40B4-BE49-F238E27FC236}">
                    <a16:creationId xmlns:a16="http://schemas.microsoft.com/office/drawing/2014/main" id="{4868FF23-8255-8E67-EB05-49F42198AE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887219" y="1921612"/>
                <a:ext cx="625596" cy="625596"/>
              </a:xfrm>
              <a:prstGeom prst="rect">
                <a:avLst/>
              </a:prstGeom>
            </p:spPr>
          </p:pic>
        </p:grpSp>
        <p:sp>
          <p:nvSpPr>
            <p:cNvPr id="77" name="TextBox 125">
              <a:extLst>
                <a:ext uri="{FF2B5EF4-FFF2-40B4-BE49-F238E27FC236}">
                  <a16:creationId xmlns:a16="http://schemas.microsoft.com/office/drawing/2014/main" id="{F52986CE-18C7-4982-500E-CF32D030704D}"/>
                </a:ext>
              </a:extLst>
            </p:cNvPr>
            <p:cNvSpPr txBox="1"/>
            <p:nvPr/>
          </p:nvSpPr>
          <p:spPr>
            <a:xfrm>
              <a:off x="9030256" y="303916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grpSp>
        <p:nvGrpSpPr>
          <p:cNvPr id="32" name="Group 126">
            <a:extLst>
              <a:ext uri="{FF2B5EF4-FFF2-40B4-BE49-F238E27FC236}">
                <a16:creationId xmlns:a16="http://schemas.microsoft.com/office/drawing/2014/main" id="{B30F3D58-98B2-6B5B-EB73-6CABC39EE0DC}"/>
              </a:ext>
            </a:extLst>
          </p:cNvPr>
          <p:cNvGrpSpPr/>
          <p:nvPr/>
        </p:nvGrpSpPr>
        <p:grpSpPr>
          <a:xfrm>
            <a:off x="6454041" y="4510972"/>
            <a:ext cx="2994283" cy="948174"/>
            <a:chOff x="7027117" y="3740572"/>
            <a:chExt cx="2860400" cy="905779"/>
          </a:xfrm>
        </p:grpSpPr>
        <p:sp>
          <p:nvSpPr>
            <p:cNvPr id="74" name="TextBox 127">
              <a:extLst>
                <a:ext uri="{FF2B5EF4-FFF2-40B4-BE49-F238E27FC236}">
                  <a16:creationId xmlns:a16="http://schemas.microsoft.com/office/drawing/2014/main" id="{5B3B2EBF-722E-BD6F-8396-E3B8139ED2F2}"/>
                </a:ext>
              </a:extLst>
            </p:cNvPr>
            <p:cNvSpPr txBox="1"/>
            <p:nvPr/>
          </p:nvSpPr>
          <p:spPr>
            <a:xfrm>
              <a:off x="7027118" y="3740572"/>
              <a:ext cx="2769544" cy="35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spc="0" baseline="0" noProof="0" dirty="0" err="1">
                  <a:solidFill>
                    <a:srgbClr val="6871B6"/>
                  </a:solidFill>
                  <a:latin typeface="Calibri"/>
                  <a:cs typeface="Calibri"/>
                  <a:sym typeface="Calibri"/>
                  <a:rtl val="0"/>
                </a:rPr>
                <a:t>Achieved</a:t>
              </a:r>
              <a:r>
                <a:rPr lang="it-IT" b="1" spc="0" baseline="0" noProof="0" dirty="0">
                  <a:solidFill>
                    <a:srgbClr val="6871B6"/>
                  </a:solidFill>
                  <a:latin typeface="Calibri"/>
                  <a:cs typeface="Calibri"/>
                  <a:sym typeface="Calibri"/>
                  <a:rtl val="0"/>
                </a:rPr>
                <a:t> </a:t>
              </a:r>
              <a:r>
                <a:rPr lang="it-IT" b="1" dirty="0">
                  <a:solidFill>
                    <a:srgbClr val="6871B6"/>
                  </a:solidFill>
                  <a:latin typeface="Calibri"/>
                  <a:cs typeface="Calibri"/>
                  <a:sym typeface="Calibri"/>
                  <a:rtl val="0"/>
                </a:rPr>
                <a:t>R</a:t>
              </a:r>
              <a:r>
                <a:rPr lang="it-IT" b="1" spc="0" baseline="0" noProof="0" dirty="0" err="1">
                  <a:solidFill>
                    <a:srgbClr val="6871B6"/>
                  </a:solidFill>
                  <a:latin typeface="Calibri"/>
                  <a:cs typeface="Calibri"/>
                  <a:sym typeface="Calibri"/>
                  <a:rtl val="0"/>
                </a:rPr>
                <a:t>esults</a:t>
              </a:r>
              <a:endParaRPr lang="it-IT" b="1" spc="0" baseline="0" noProof="0" dirty="0">
                <a:solidFill>
                  <a:srgbClr val="6871B6"/>
                </a:solidFill>
                <a:latin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75" name="TextBox 128">
              <a:extLst>
                <a:ext uri="{FF2B5EF4-FFF2-40B4-BE49-F238E27FC236}">
                  <a16:creationId xmlns:a16="http://schemas.microsoft.com/office/drawing/2014/main" id="{FEFD68B6-7956-8C33-0C46-AD66E96FDE07}"/>
                </a:ext>
              </a:extLst>
            </p:cNvPr>
            <p:cNvSpPr txBox="1"/>
            <p:nvPr/>
          </p:nvSpPr>
          <p:spPr>
            <a:xfrm>
              <a:off x="7027117" y="4028919"/>
              <a:ext cx="2860400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Discussione dei risultati: robustezza algoritmica, estrazione delle feature cliniche e analisi.</a:t>
              </a:r>
            </a:p>
          </p:txBody>
        </p:sp>
      </p:grpSp>
      <p:grpSp>
        <p:nvGrpSpPr>
          <p:cNvPr id="34" name="Group 129">
            <a:extLst>
              <a:ext uri="{FF2B5EF4-FFF2-40B4-BE49-F238E27FC236}">
                <a16:creationId xmlns:a16="http://schemas.microsoft.com/office/drawing/2014/main" id="{325143B6-552F-DAD3-D6BB-103703DE12E4}"/>
              </a:ext>
            </a:extLst>
          </p:cNvPr>
          <p:cNvGrpSpPr/>
          <p:nvPr/>
        </p:nvGrpSpPr>
        <p:grpSpPr>
          <a:xfrm>
            <a:off x="3169489" y="5797204"/>
            <a:ext cx="3284552" cy="939507"/>
            <a:chOff x="4833762" y="5476945"/>
            <a:chExt cx="2707785" cy="897499"/>
          </a:xfrm>
        </p:grpSpPr>
        <p:sp>
          <p:nvSpPr>
            <p:cNvPr id="72" name="TextBox 130">
              <a:extLst>
                <a:ext uri="{FF2B5EF4-FFF2-40B4-BE49-F238E27FC236}">
                  <a16:creationId xmlns:a16="http://schemas.microsoft.com/office/drawing/2014/main" id="{9851FA8C-9BC7-F43D-BCCC-B78D5C0CC87A}"/>
                </a:ext>
              </a:extLst>
            </p:cNvPr>
            <p:cNvSpPr txBox="1"/>
            <p:nvPr/>
          </p:nvSpPr>
          <p:spPr>
            <a:xfrm>
              <a:off x="4833762" y="5476945"/>
              <a:ext cx="2533645" cy="35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spc="0" baseline="0" noProof="0" dirty="0" err="1">
                  <a:solidFill>
                    <a:srgbClr val="C92179"/>
                  </a:solidFill>
                  <a:latin typeface="Calibri"/>
                  <a:cs typeface="Calibri"/>
                  <a:sym typeface="Calibri"/>
                  <a:rtl val="0"/>
                </a:rPr>
                <a:t>Related</a:t>
              </a:r>
              <a:r>
                <a:rPr lang="it-IT" b="1" spc="0" baseline="0" noProof="0" dirty="0">
                  <a:solidFill>
                    <a:srgbClr val="C92179"/>
                  </a:solidFill>
                  <a:latin typeface="Calibri"/>
                  <a:cs typeface="Calibri"/>
                  <a:sym typeface="Calibri"/>
                  <a:rtl val="0"/>
                </a:rPr>
                <a:t> Works</a:t>
              </a:r>
            </a:p>
          </p:txBody>
        </p:sp>
        <p:sp>
          <p:nvSpPr>
            <p:cNvPr id="73" name="TextBox 131">
              <a:extLst>
                <a:ext uri="{FF2B5EF4-FFF2-40B4-BE49-F238E27FC236}">
                  <a16:creationId xmlns:a16="http://schemas.microsoft.com/office/drawing/2014/main" id="{10CDB63E-85CE-02BD-D179-3B4C95E82128}"/>
                </a:ext>
              </a:extLst>
            </p:cNvPr>
            <p:cNvSpPr txBox="1"/>
            <p:nvPr/>
          </p:nvSpPr>
          <p:spPr>
            <a:xfrm>
              <a:off x="4851018" y="5757012"/>
              <a:ext cx="2690529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Stato dell'arte: analisi comparativa tra algoritmi di 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Thresholding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 ed Edge 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Detection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.</a:t>
              </a:r>
              <a:endParaRPr lang="it-IT" sz="1200" noProof="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132">
            <a:extLst>
              <a:ext uri="{FF2B5EF4-FFF2-40B4-BE49-F238E27FC236}">
                <a16:creationId xmlns:a16="http://schemas.microsoft.com/office/drawing/2014/main" id="{FCFA4FBE-9485-5C1D-C576-833097EC9248}"/>
              </a:ext>
            </a:extLst>
          </p:cNvPr>
          <p:cNvGrpSpPr/>
          <p:nvPr/>
        </p:nvGrpSpPr>
        <p:grpSpPr>
          <a:xfrm>
            <a:off x="9746180" y="3194230"/>
            <a:ext cx="2652234" cy="1272961"/>
            <a:chOff x="7027117" y="3740573"/>
            <a:chExt cx="2533646" cy="617432"/>
          </a:xfrm>
        </p:grpSpPr>
        <p:sp>
          <p:nvSpPr>
            <p:cNvPr id="70" name="TextBox 133">
              <a:extLst>
                <a:ext uri="{FF2B5EF4-FFF2-40B4-BE49-F238E27FC236}">
                  <a16:creationId xmlns:a16="http://schemas.microsoft.com/office/drawing/2014/main" id="{6558A76F-C7A9-22EE-346C-5A13057C04FD}"/>
                </a:ext>
              </a:extLst>
            </p:cNvPr>
            <p:cNvSpPr txBox="1"/>
            <p:nvPr/>
          </p:nvSpPr>
          <p:spPr>
            <a:xfrm>
              <a:off x="7027118" y="3740573"/>
              <a:ext cx="2533645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spc="0" baseline="0" noProof="0" dirty="0" err="1">
                  <a:solidFill>
                    <a:srgbClr val="39C1DB"/>
                  </a:solidFill>
                  <a:latin typeface="Calibri"/>
                  <a:cs typeface="Calibri"/>
                  <a:sym typeface="Calibri"/>
                  <a:rtl val="0"/>
                </a:rPr>
                <a:t>Conclusions</a:t>
              </a:r>
              <a:r>
                <a:rPr lang="it-IT" b="1" spc="0" baseline="0" noProof="0" dirty="0">
                  <a:solidFill>
                    <a:srgbClr val="39C1DB"/>
                  </a:solidFill>
                  <a:latin typeface="Calibri"/>
                  <a:cs typeface="Calibri"/>
                  <a:sym typeface="Calibri"/>
                  <a:rtl val="0"/>
                </a:rPr>
                <a:t> and Future Works</a:t>
              </a:r>
            </a:p>
          </p:txBody>
        </p:sp>
        <p:sp>
          <p:nvSpPr>
            <p:cNvPr id="71" name="TextBox 134">
              <a:extLst>
                <a:ext uri="{FF2B5EF4-FFF2-40B4-BE49-F238E27FC236}">
                  <a16:creationId xmlns:a16="http://schemas.microsoft.com/office/drawing/2014/main" id="{A38F704C-B6E7-DFE3-905A-AE7645AA1800}"/>
                </a:ext>
              </a:extLst>
            </p:cNvPr>
            <p:cNvSpPr txBox="1"/>
            <p:nvPr/>
          </p:nvSpPr>
          <p:spPr>
            <a:xfrm>
              <a:off x="7027117" y="4028923"/>
              <a:ext cx="2412880" cy="31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noProof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Conclusioni e lavori futuri: bilancio delle performance ed evoluzioni algoritmiche del sistema.</a:t>
              </a:r>
              <a:endParaRPr lang="it-IT" sz="1200" i="0" noProof="0" dirty="0">
                <a:solidFill>
                  <a:schemeClr val="bg1">
                    <a:lumMod val="50000"/>
                  </a:schemeClr>
                </a:solidFill>
                <a:effectLst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135">
            <a:extLst>
              <a:ext uri="{FF2B5EF4-FFF2-40B4-BE49-F238E27FC236}">
                <a16:creationId xmlns:a16="http://schemas.microsoft.com/office/drawing/2014/main" id="{2F9BCA2B-64E1-3274-19F2-2AA41059A1B7}"/>
              </a:ext>
            </a:extLst>
          </p:cNvPr>
          <p:cNvGrpSpPr/>
          <p:nvPr/>
        </p:nvGrpSpPr>
        <p:grpSpPr>
          <a:xfrm>
            <a:off x="4107702" y="1463858"/>
            <a:ext cx="3027972" cy="948174"/>
            <a:chOff x="4525860" y="1854644"/>
            <a:chExt cx="2892583" cy="905779"/>
          </a:xfrm>
        </p:grpSpPr>
        <p:sp>
          <p:nvSpPr>
            <p:cNvPr id="68" name="TextBox 136">
              <a:extLst>
                <a:ext uri="{FF2B5EF4-FFF2-40B4-BE49-F238E27FC236}">
                  <a16:creationId xmlns:a16="http://schemas.microsoft.com/office/drawing/2014/main" id="{3E193D54-27E7-8E4A-5BFF-750EC1C7C99F}"/>
                </a:ext>
              </a:extLst>
            </p:cNvPr>
            <p:cNvSpPr txBox="1"/>
            <p:nvPr/>
          </p:nvSpPr>
          <p:spPr>
            <a:xfrm>
              <a:off x="4686455" y="1854644"/>
              <a:ext cx="2731988" cy="35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b="1" spc="0" baseline="0" noProof="0" dirty="0">
                  <a:solidFill>
                    <a:srgbClr val="5191CE"/>
                  </a:solidFill>
                  <a:latin typeface="Calibri"/>
                  <a:cs typeface="Calibri"/>
                  <a:sym typeface="Calibri"/>
                  <a:rtl val="0"/>
                </a:rPr>
                <a:t>Technical </a:t>
              </a:r>
              <a:r>
                <a:rPr lang="it-IT" b="1" spc="0" baseline="0" noProof="0" dirty="0" err="1">
                  <a:solidFill>
                    <a:srgbClr val="5191CE"/>
                  </a:solidFill>
                  <a:latin typeface="Calibri"/>
                  <a:cs typeface="Calibri"/>
                  <a:sym typeface="Calibri"/>
                  <a:rtl val="0"/>
                </a:rPr>
                <a:t>implementation</a:t>
              </a:r>
              <a:endParaRPr lang="it-IT" b="1" spc="0" baseline="0" noProof="0" dirty="0">
                <a:solidFill>
                  <a:srgbClr val="5191CE"/>
                </a:solidFill>
                <a:latin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9" name="TextBox 137">
              <a:extLst>
                <a:ext uri="{FF2B5EF4-FFF2-40B4-BE49-F238E27FC236}">
                  <a16:creationId xmlns:a16="http://schemas.microsoft.com/office/drawing/2014/main" id="{E23E8546-C4CB-6B94-CBF0-E4AEE691188E}"/>
                </a:ext>
              </a:extLst>
            </p:cNvPr>
            <p:cNvSpPr txBox="1"/>
            <p:nvPr/>
          </p:nvSpPr>
          <p:spPr>
            <a:xfrm>
              <a:off x="4525860" y="2142991"/>
              <a:ext cx="2892583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noProof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Implementazione tecnica: organizzazione del codice, elaborazione batch e strategie di salvataggio dei risultati.</a:t>
              </a:r>
              <a:endParaRPr lang="it-IT" sz="1200" i="0" noProof="0" dirty="0">
                <a:solidFill>
                  <a:schemeClr val="bg1">
                    <a:lumMod val="50000"/>
                  </a:schemeClr>
                </a:solidFill>
                <a:effectLst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138">
            <a:extLst>
              <a:ext uri="{FF2B5EF4-FFF2-40B4-BE49-F238E27FC236}">
                <a16:creationId xmlns:a16="http://schemas.microsoft.com/office/drawing/2014/main" id="{36545514-E741-3389-FC64-E1A4C5C6EE69}"/>
              </a:ext>
            </a:extLst>
          </p:cNvPr>
          <p:cNvGrpSpPr/>
          <p:nvPr/>
        </p:nvGrpSpPr>
        <p:grpSpPr>
          <a:xfrm>
            <a:off x="264201" y="2712468"/>
            <a:ext cx="3754098" cy="933562"/>
            <a:chOff x="1080561" y="3439269"/>
            <a:chExt cx="3586242" cy="891820"/>
          </a:xfrm>
        </p:grpSpPr>
        <p:sp>
          <p:nvSpPr>
            <p:cNvPr id="66" name="TextBox 139">
              <a:extLst>
                <a:ext uri="{FF2B5EF4-FFF2-40B4-BE49-F238E27FC236}">
                  <a16:creationId xmlns:a16="http://schemas.microsoft.com/office/drawing/2014/main" id="{ECF7B7C3-6449-0FDA-07CB-CDD4E6371B24}"/>
                </a:ext>
              </a:extLst>
            </p:cNvPr>
            <p:cNvSpPr txBox="1"/>
            <p:nvPr/>
          </p:nvSpPr>
          <p:spPr>
            <a:xfrm>
              <a:off x="1080561" y="3439269"/>
              <a:ext cx="3586242" cy="35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b="1" dirty="0">
                  <a:solidFill>
                    <a:srgbClr val="B461A5"/>
                  </a:solidFill>
                  <a:latin typeface="Calibri"/>
                  <a:cs typeface="Calibri"/>
                  <a:sym typeface="Calibri"/>
                  <a:rtl val="0"/>
                </a:rPr>
                <a:t>C</a:t>
              </a:r>
              <a:r>
                <a:rPr lang="it-IT" b="1" spc="0" baseline="0" noProof="0" dirty="0" err="1">
                  <a:solidFill>
                    <a:srgbClr val="B461A5"/>
                  </a:solidFill>
                  <a:latin typeface="Calibri"/>
                  <a:cs typeface="Calibri"/>
                  <a:sym typeface="Calibri"/>
                  <a:rtl val="0"/>
                </a:rPr>
                <a:t>hosen</a:t>
              </a:r>
              <a:r>
                <a:rPr lang="it-IT" b="1" spc="0" baseline="0" noProof="0" dirty="0">
                  <a:solidFill>
                    <a:srgbClr val="B461A5"/>
                  </a:solidFill>
                  <a:latin typeface="Calibri"/>
                  <a:cs typeface="Calibri"/>
                  <a:sym typeface="Calibri"/>
                  <a:rtl val="0"/>
                </a:rPr>
                <a:t> </a:t>
              </a:r>
              <a:r>
                <a:rPr lang="it-IT" b="1" dirty="0">
                  <a:solidFill>
                    <a:srgbClr val="B461A5"/>
                  </a:solidFill>
                  <a:latin typeface="Calibri"/>
                  <a:cs typeface="Calibri"/>
                  <a:sym typeface="Calibri"/>
                  <a:rtl val="0"/>
                </a:rPr>
                <a:t>S</a:t>
              </a:r>
              <a:r>
                <a:rPr lang="it-IT" b="1" spc="0" baseline="0" noProof="0" dirty="0" err="1">
                  <a:solidFill>
                    <a:srgbClr val="B461A5"/>
                  </a:solidFill>
                  <a:latin typeface="Calibri"/>
                  <a:cs typeface="Calibri"/>
                  <a:sym typeface="Calibri"/>
                  <a:rtl val="0"/>
                </a:rPr>
                <a:t>olution</a:t>
              </a:r>
              <a:endParaRPr lang="it-IT" b="1" spc="0" baseline="0" noProof="0" dirty="0">
                <a:solidFill>
                  <a:srgbClr val="B461A5"/>
                </a:solidFill>
                <a:latin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7" name="TextBox 140">
              <a:extLst>
                <a:ext uri="{FF2B5EF4-FFF2-40B4-BE49-F238E27FC236}">
                  <a16:creationId xmlns:a16="http://schemas.microsoft.com/office/drawing/2014/main" id="{7888C74B-857C-4A51-3A61-F9F481633BD2}"/>
                </a:ext>
              </a:extLst>
            </p:cNvPr>
            <p:cNvSpPr txBox="1"/>
            <p:nvPr/>
          </p:nvSpPr>
          <p:spPr>
            <a:xfrm>
              <a:off x="1847221" y="3713657"/>
              <a:ext cx="2815435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Descrizione della soluzione: analisi modulare delle tecniche di 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pre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-processing e di estrazione dei contorni.</a:t>
              </a:r>
              <a:endParaRPr lang="it-IT" sz="1200" noProof="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19">
            <a:extLst>
              <a:ext uri="{FF2B5EF4-FFF2-40B4-BE49-F238E27FC236}">
                <a16:creationId xmlns:a16="http://schemas.microsoft.com/office/drawing/2014/main" id="{31363A95-ED69-6B97-84C0-DD055CD687E3}"/>
              </a:ext>
            </a:extLst>
          </p:cNvPr>
          <p:cNvGrpSpPr/>
          <p:nvPr/>
        </p:nvGrpSpPr>
        <p:grpSpPr>
          <a:xfrm>
            <a:off x="5712101" y="2122582"/>
            <a:ext cx="3681163" cy="2358481"/>
            <a:chOff x="5873150" y="1965155"/>
            <a:chExt cx="3516568" cy="2253028"/>
          </a:xfrm>
        </p:grpSpPr>
        <p:grpSp>
          <p:nvGrpSpPr>
            <p:cNvPr id="62" name="Group 54">
              <a:extLst>
                <a:ext uri="{FF2B5EF4-FFF2-40B4-BE49-F238E27FC236}">
                  <a16:creationId xmlns:a16="http://schemas.microsoft.com/office/drawing/2014/main" id="{005817F8-5545-3B9F-1E2C-D17DE7B327A7}"/>
                </a:ext>
              </a:extLst>
            </p:cNvPr>
            <p:cNvGrpSpPr/>
            <p:nvPr/>
          </p:nvGrpSpPr>
          <p:grpSpPr>
            <a:xfrm>
              <a:off x="5873150" y="2110307"/>
              <a:ext cx="3516568" cy="2107876"/>
              <a:chOff x="1836631" y="3557566"/>
              <a:chExt cx="3060420" cy="1834456"/>
            </a:xfrm>
          </p:grpSpPr>
          <p:sp>
            <p:nvSpPr>
              <p:cNvPr id="64" name="Isosceles Triangle 55">
                <a:extLst>
                  <a:ext uri="{FF2B5EF4-FFF2-40B4-BE49-F238E27FC236}">
                    <a16:creationId xmlns:a16="http://schemas.microsoft.com/office/drawing/2014/main" id="{D9DE4E3B-9B04-ACD8-EDA7-978B44A33EFB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65" name="Rectangle 56">
                <a:extLst>
                  <a:ext uri="{FF2B5EF4-FFF2-40B4-BE49-F238E27FC236}">
                    <a16:creationId xmlns:a16="http://schemas.microsoft.com/office/drawing/2014/main" id="{1BCF17A1-B83C-A6FD-8950-131AAD8A637D}"/>
                  </a:ext>
                </a:extLst>
              </p:cNvPr>
              <p:cNvSpPr/>
              <p:nvPr/>
            </p:nvSpPr>
            <p:spPr>
              <a:xfrm rot="2700000">
                <a:off x="2634144" y="3557566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22000">
                    <a:srgbClr val="4C88C2"/>
                  </a:gs>
                  <a:gs pos="66400">
                    <a:srgbClr val="3E6F9E"/>
                  </a:gs>
                  <a:gs pos="0">
                    <a:srgbClr val="5191CE"/>
                  </a:gs>
                  <a:gs pos="100000">
                    <a:srgbClr val="355E8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61" name="TextBox 124">
              <a:extLst>
                <a:ext uri="{FF2B5EF4-FFF2-40B4-BE49-F238E27FC236}">
                  <a16:creationId xmlns:a16="http://schemas.microsoft.com/office/drawing/2014/main" id="{6A70AD28-6306-592E-A8CF-535B4673C5D7}"/>
                </a:ext>
              </a:extLst>
            </p:cNvPr>
            <p:cNvSpPr txBox="1"/>
            <p:nvPr/>
          </p:nvSpPr>
          <p:spPr>
            <a:xfrm>
              <a:off x="7466552" y="1965155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39" name="Group 20">
            <a:extLst>
              <a:ext uri="{FF2B5EF4-FFF2-40B4-BE49-F238E27FC236}">
                <a16:creationId xmlns:a16="http://schemas.microsoft.com/office/drawing/2014/main" id="{E7A6B258-B284-6C22-2646-55AAFBA9AE2F}"/>
              </a:ext>
            </a:extLst>
          </p:cNvPr>
          <p:cNvGrpSpPr/>
          <p:nvPr/>
        </p:nvGrpSpPr>
        <p:grpSpPr>
          <a:xfrm>
            <a:off x="4107701" y="2905766"/>
            <a:ext cx="3681163" cy="2206536"/>
            <a:chOff x="4340487" y="2713321"/>
            <a:chExt cx="3516568" cy="2107877"/>
          </a:xfrm>
        </p:grpSpPr>
        <p:grpSp>
          <p:nvGrpSpPr>
            <p:cNvPr id="56" name="Group 57">
              <a:extLst>
                <a:ext uri="{FF2B5EF4-FFF2-40B4-BE49-F238E27FC236}">
                  <a16:creationId xmlns:a16="http://schemas.microsoft.com/office/drawing/2014/main" id="{7C08ABDD-3F63-1997-12CB-CB3859567438}"/>
                </a:ext>
              </a:extLst>
            </p:cNvPr>
            <p:cNvGrpSpPr/>
            <p:nvPr/>
          </p:nvGrpSpPr>
          <p:grpSpPr>
            <a:xfrm>
              <a:off x="4340487" y="2713321"/>
              <a:ext cx="3516568" cy="2107877"/>
              <a:chOff x="1836631" y="3557565"/>
              <a:chExt cx="3060420" cy="1834457"/>
            </a:xfrm>
          </p:grpSpPr>
          <p:sp>
            <p:nvSpPr>
              <p:cNvPr id="58" name="Isosceles Triangle 58">
                <a:extLst>
                  <a:ext uri="{FF2B5EF4-FFF2-40B4-BE49-F238E27FC236}">
                    <a16:creationId xmlns:a16="http://schemas.microsoft.com/office/drawing/2014/main" id="{16EE88F5-0546-A905-2889-6DF0A73CADF0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59" name="Rectangle 59">
                <a:extLst>
                  <a:ext uri="{FF2B5EF4-FFF2-40B4-BE49-F238E27FC236}">
                    <a16:creationId xmlns:a16="http://schemas.microsoft.com/office/drawing/2014/main" id="{63F570DD-46B7-C48B-BE57-3676229076C1}"/>
                  </a:ext>
                </a:extLst>
              </p:cNvPr>
              <p:cNvSpPr/>
              <p:nvPr/>
            </p:nvSpPr>
            <p:spPr>
              <a:xfrm rot="2700000">
                <a:off x="2634144" y="3557565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15033">
                    <a:srgbClr val="636BAC"/>
                  </a:gs>
                  <a:gs pos="63700">
                    <a:srgbClr val="51588D"/>
                  </a:gs>
                  <a:gs pos="0">
                    <a:srgbClr val="6871B6"/>
                  </a:gs>
                  <a:gs pos="100000">
                    <a:srgbClr val="444A7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55" name="TextBox 123">
              <a:extLst>
                <a:ext uri="{FF2B5EF4-FFF2-40B4-BE49-F238E27FC236}">
                  <a16:creationId xmlns:a16="http://schemas.microsoft.com/office/drawing/2014/main" id="{8C24CC27-EED6-8BEA-350A-93E6FBAFB0EC}"/>
                </a:ext>
              </a:extLst>
            </p:cNvPr>
            <p:cNvSpPr txBox="1"/>
            <p:nvPr/>
          </p:nvSpPr>
          <p:spPr>
            <a:xfrm>
              <a:off x="5938147" y="423137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40" name="Group 21">
            <a:extLst>
              <a:ext uri="{FF2B5EF4-FFF2-40B4-BE49-F238E27FC236}">
                <a16:creationId xmlns:a16="http://schemas.microsoft.com/office/drawing/2014/main" id="{42D2CA94-22AB-FE5D-B26C-E0018FDF6DC0}"/>
              </a:ext>
            </a:extLst>
          </p:cNvPr>
          <p:cNvGrpSpPr/>
          <p:nvPr/>
        </p:nvGrpSpPr>
        <p:grpSpPr>
          <a:xfrm>
            <a:off x="2477402" y="3396190"/>
            <a:ext cx="3681163" cy="2367451"/>
            <a:chOff x="2783083" y="3181817"/>
            <a:chExt cx="3516568" cy="2261597"/>
          </a:xfrm>
        </p:grpSpPr>
        <p:grpSp>
          <p:nvGrpSpPr>
            <p:cNvPr id="50" name="Group 60">
              <a:extLst>
                <a:ext uri="{FF2B5EF4-FFF2-40B4-BE49-F238E27FC236}">
                  <a16:creationId xmlns:a16="http://schemas.microsoft.com/office/drawing/2014/main" id="{6A853F57-F286-D7F0-56C5-0E95D774EEFB}"/>
                </a:ext>
              </a:extLst>
            </p:cNvPr>
            <p:cNvGrpSpPr/>
            <p:nvPr/>
          </p:nvGrpSpPr>
          <p:grpSpPr>
            <a:xfrm>
              <a:off x="2783083" y="3335535"/>
              <a:ext cx="3516568" cy="2107879"/>
              <a:chOff x="1836631" y="3557563"/>
              <a:chExt cx="3060420" cy="1834459"/>
            </a:xfrm>
          </p:grpSpPr>
          <p:sp>
            <p:nvSpPr>
              <p:cNvPr id="52" name="Isosceles Triangle 61">
                <a:extLst>
                  <a:ext uri="{FF2B5EF4-FFF2-40B4-BE49-F238E27FC236}">
                    <a16:creationId xmlns:a16="http://schemas.microsoft.com/office/drawing/2014/main" id="{DFA13E8D-DA84-53DD-56A4-7CC3D4A62D2B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53" name="Rectangle 62">
                <a:extLst>
                  <a:ext uri="{FF2B5EF4-FFF2-40B4-BE49-F238E27FC236}">
                    <a16:creationId xmlns:a16="http://schemas.microsoft.com/office/drawing/2014/main" id="{9E009E1C-CE1E-20D9-AFC4-7E328DB01C3A}"/>
                  </a:ext>
                </a:extLst>
              </p:cNvPr>
              <p:cNvSpPr/>
              <p:nvPr/>
            </p:nvSpPr>
            <p:spPr>
              <a:xfrm rot="2700000">
                <a:off x="2634144" y="3557563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19000">
                    <a:srgbClr val="AD5D9F"/>
                  </a:gs>
                  <a:gs pos="63700">
                    <a:srgbClr val="8C4B80"/>
                  </a:gs>
                  <a:gs pos="0">
                    <a:srgbClr val="B461A5"/>
                  </a:gs>
                  <a:gs pos="100000">
                    <a:srgbClr val="753F6B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49" name="TextBox 122">
              <a:extLst>
                <a:ext uri="{FF2B5EF4-FFF2-40B4-BE49-F238E27FC236}">
                  <a16:creationId xmlns:a16="http://schemas.microsoft.com/office/drawing/2014/main" id="{A423F491-3625-8665-B8E1-19D52540FDE3}"/>
                </a:ext>
              </a:extLst>
            </p:cNvPr>
            <p:cNvSpPr txBox="1"/>
            <p:nvPr/>
          </p:nvSpPr>
          <p:spPr>
            <a:xfrm>
              <a:off x="4388432" y="3181817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41" name="Group 22">
            <a:extLst>
              <a:ext uri="{FF2B5EF4-FFF2-40B4-BE49-F238E27FC236}">
                <a16:creationId xmlns:a16="http://schemas.microsoft.com/office/drawing/2014/main" id="{5706BA2C-5A0B-DE71-E445-64A5520605D1}"/>
              </a:ext>
            </a:extLst>
          </p:cNvPr>
          <p:cNvGrpSpPr/>
          <p:nvPr/>
        </p:nvGrpSpPr>
        <p:grpSpPr>
          <a:xfrm>
            <a:off x="867200" y="4185044"/>
            <a:ext cx="3681163" cy="2206536"/>
            <a:chOff x="1244877" y="3935400"/>
            <a:chExt cx="3516568" cy="2107877"/>
          </a:xfrm>
        </p:grpSpPr>
        <p:grpSp>
          <p:nvGrpSpPr>
            <p:cNvPr id="44" name="Group 69">
              <a:extLst>
                <a:ext uri="{FF2B5EF4-FFF2-40B4-BE49-F238E27FC236}">
                  <a16:creationId xmlns:a16="http://schemas.microsoft.com/office/drawing/2014/main" id="{FF206139-DB15-AF67-3B7E-2F89BAEC5F57}"/>
                </a:ext>
              </a:extLst>
            </p:cNvPr>
            <p:cNvGrpSpPr/>
            <p:nvPr/>
          </p:nvGrpSpPr>
          <p:grpSpPr>
            <a:xfrm>
              <a:off x="1244877" y="3935400"/>
              <a:ext cx="3516568" cy="2107877"/>
              <a:chOff x="1836631" y="3557565"/>
              <a:chExt cx="3060420" cy="1834457"/>
            </a:xfrm>
          </p:grpSpPr>
          <p:sp>
            <p:nvSpPr>
              <p:cNvPr id="46" name="Isosceles Triangle 70">
                <a:extLst>
                  <a:ext uri="{FF2B5EF4-FFF2-40B4-BE49-F238E27FC236}">
                    <a16:creationId xmlns:a16="http://schemas.microsoft.com/office/drawing/2014/main" id="{E46B77AC-E84F-5B8C-2F98-40081ED5C47A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47" name="Rectangle 71">
                <a:extLst>
                  <a:ext uri="{FF2B5EF4-FFF2-40B4-BE49-F238E27FC236}">
                    <a16:creationId xmlns:a16="http://schemas.microsoft.com/office/drawing/2014/main" id="{03E759D2-7E2E-94B8-9759-21CBAB09A3E8}"/>
                  </a:ext>
                </a:extLst>
              </p:cNvPr>
              <p:cNvSpPr/>
              <p:nvPr/>
            </p:nvSpPr>
            <p:spPr>
              <a:xfrm rot="2700000">
                <a:off x="2634144" y="3557565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15000">
                    <a:srgbClr val="D95198"/>
                  </a:gs>
                  <a:gs pos="66400">
                    <a:srgbClr val="AF417A"/>
                  </a:gs>
                  <a:gs pos="0">
                    <a:srgbClr val="E3559F"/>
                  </a:gs>
                  <a:gs pos="100000">
                    <a:srgbClr val="943768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31743A45-5036-D326-66EF-2A13895B14EE}"/>
                </a:ext>
              </a:extLst>
            </p:cNvPr>
            <p:cNvSpPr txBox="1"/>
            <p:nvPr/>
          </p:nvSpPr>
          <p:spPr>
            <a:xfrm>
              <a:off x="2850078" y="5457477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pic>
        <p:nvPicPr>
          <p:cNvPr id="89" name="Immagine 88" descr="Immagine che contiene testo, Carattere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1B5ADD1-5D42-A601-7FBA-2BACBEEA4A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738" y="2878300"/>
            <a:ext cx="568026" cy="568026"/>
          </a:xfrm>
          <a:prstGeom prst="rect">
            <a:avLst/>
          </a:prstGeom>
        </p:spPr>
      </p:pic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44D46752-EE1D-15BF-ACC3-223A4BEDDC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77B9A027-09DD-85B9-3E99-E7234A635F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pic>
        <p:nvPicPr>
          <p:cNvPr id="3" name="Immagine 2" descr="Immagine che contiene testo, Carattere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FA472D38-E884-D2DF-C380-4BF4C35225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439" y="3322079"/>
            <a:ext cx="728150" cy="728150"/>
          </a:xfrm>
          <a:prstGeom prst="rect">
            <a:avLst/>
          </a:prstGeom>
        </p:spPr>
      </p:pic>
      <p:pic>
        <p:nvPicPr>
          <p:cNvPr id="5" name="Immagine 4" descr="Immagine che contiene Carattere, Elementi grafici, linea, simbolo&#10;&#10;Il contenuto generato dall'IA potrebbe non essere corretto.">
            <a:extLst>
              <a:ext uri="{FF2B5EF4-FFF2-40B4-BE49-F238E27FC236}">
                <a16:creationId xmlns:a16="http://schemas.microsoft.com/office/drawing/2014/main" id="{138B278E-3280-BE98-7B5F-3C61ED4B52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953" y="4141612"/>
            <a:ext cx="617002" cy="617002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9222818-1DA3-676D-B4FA-8F36659F44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60" y="4717974"/>
            <a:ext cx="60968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14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AC40-A363-ED09-FDA9-8951F1E9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95A2B9E3-39C1-B2D6-EE21-4DA1450535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grpSp>
        <p:nvGrpSpPr>
          <p:cNvPr id="31" name="Group 18">
            <a:extLst>
              <a:ext uri="{FF2B5EF4-FFF2-40B4-BE49-F238E27FC236}">
                <a16:creationId xmlns:a16="http://schemas.microsoft.com/office/drawing/2014/main" id="{75370839-3FC3-7A16-E6D0-421D4ECA835E}"/>
              </a:ext>
            </a:extLst>
          </p:cNvPr>
          <p:cNvGrpSpPr/>
          <p:nvPr/>
        </p:nvGrpSpPr>
        <p:grpSpPr>
          <a:xfrm>
            <a:off x="13299076" y="1546226"/>
            <a:ext cx="3681163" cy="2206536"/>
            <a:chOff x="7430554" y="1488090"/>
            <a:chExt cx="3516568" cy="2107877"/>
          </a:xfrm>
        </p:grpSpPr>
        <p:grpSp>
          <p:nvGrpSpPr>
            <p:cNvPr id="76" name="Group 16">
              <a:extLst>
                <a:ext uri="{FF2B5EF4-FFF2-40B4-BE49-F238E27FC236}">
                  <a16:creationId xmlns:a16="http://schemas.microsoft.com/office/drawing/2014/main" id="{92424AA6-F9A8-4454-3297-EA3490E315F9}"/>
                </a:ext>
              </a:extLst>
            </p:cNvPr>
            <p:cNvGrpSpPr/>
            <p:nvPr/>
          </p:nvGrpSpPr>
          <p:grpSpPr>
            <a:xfrm>
              <a:off x="7430554" y="1488090"/>
              <a:ext cx="3516568" cy="2107877"/>
              <a:chOff x="7430554" y="1488090"/>
              <a:chExt cx="3516568" cy="2107877"/>
            </a:xfrm>
          </p:grpSpPr>
          <p:grpSp>
            <p:nvGrpSpPr>
              <p:cNvPr id="78" name="Group 5">
                <a:extLst>
                  <a:ext uri="{FF2B5EF4-FFF2-40B4-BE49-F238E27FC236}">
                    <a16:creationId xmlns:a16="http://schemas.microsoft.com/office/drawing/2014/main" id="{E885CBEF-9E88-D12F-13D7-425043B23CBD}"/>
                  </a:ext>
                </a:extLst>
              </p:cNvPr>
              <p:cNvGrpSpPr/>
              <p:nvPr/>
            </p:nvGrpSpPr>
            <p:grpSpPr>
              <a:xfrm>
                <a:off x="7430554" y="1488090"/>
                <a:ext cx="3516568" cy="2107877"/>
                <a:chOff x="1836631" y="3557565"/>
                <a:chExt cx="3060420" cy="1834457"/>
              </a:xfrm>
            </p:grpSpPr>
            <p:sp>
              <p:nvSpPr>
                <p:cNvPr id="80" name="Isosceles Triangle 4">
                  <a:extLst>
                    <a:ext uri="{FF2B5EF4-FFF2-40B4-BE49-F238E27FC236}">
                      <a16:creationId xmlns:a16="http://schemas.microsoft.com/office/drawing/2014/main" id="{12C9D756-5B84-370F-69B4-F0F8CEDA76E7}"/>
                    </a:ext>
                  </a:extLst>
                </p:cNvPr>
                <p:cNvSpPr/>
                <p:nvPr/>
              </p:nvSpPr>
              <p:spPr>
                <a:xfrm rot="10800000">
                  <a:off x="1836631" y="4123381"/>
                  <a:ext cx="3060420" cy="1268641"/>
                </a:xfrm>
                <a:prstGeom prst="triangle">
                  <a:avLst/>
                </a:prstGeom>
                <a:solidFill>
                  <a:schemeClr val="tx1">
                    <a:alpha val="35000"/>
                  </a:schemeClr>
                </a:solidFill>
                <a:ln>
                  <a:noFill/>
                </a:ln>
                <a:effectLst>
                  <a:softEdge rad="1270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noProof="0" dirty="0"/>
                </a:p>
              </p:txBody>
            </p:sp>
            <p:sp>
              <p:nvSpPr>
                <p:cNvPr id="81" name="Rectangle 51">
                  <a:extLst>
                    <a:ext uri="{FF2B5EF4-FFF2-40B4-BE49-F238E27FC236}">
                      <a16:creationId xmlns:a16="http://schemas.microsoft.com/office/drawing/2014/main" id="{36730D88-A8E6-3724-414F-4FB31734E9DD}"/>
                    </a:ext>
                  </a:extLst>
                </p:cNvPr>
                <p:cNvSpPr/>
                <p:nvPr/>
              </p:nvSpPr>
              <p:spPr>
                <a:xfrm rot="2700000">
                  <a:off x="2634144" y="3557565"/>
                  <a:ext cx="1484851" cy="1484851"/>
                </a:xfrm>
                <a:prstGeom prst="rect">
                  <a:avLst/>
                </a:prstGeom>
                <a:gradFill flip="none" rotWithShape="1">
                  <a:gsLst>
                    <a:gs pos="17000">
                      <a:srgbClr val="34B2CA"/>
                    </a:gs>
                    <a:gs pos="66000">
                      <a:srgbClr val="257E8F"/>
                    </a:gs>
                    <a:gs pos="0">
                      <a:srgbClr val="39C1DB"/>
                    </a:gs>
                    <a:gs pos="100000">
                      <a:srgbClr val="257E8F"/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noProof="0" dirty="0"/>
                </a:p>
              </p:txBody>
            </p:sp>
          </p:grpSp>
          <p:pic>
            <p:nvPicPr>
              <p:cNvPr id="79" name="Graphic 117" descr="Bullseye outline">
                <a:extLst>
                  <a:ext uri="{FF2B5EF4-FFF2-40B4-BE49-F238E27FC236}">
                    <a16:creationId xmlns:a16="http://schemas.microsoft.com/office/drawing/2014/main" id="{BB6D6837-ECD1-0F01-CEDE-C71F1360D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87219" y="1921612"/>
                <a:ext cx="625596" cy="625596"/>
              </a:xfrm>
              <a:prstGeom prst="rect">
                <a:avLst/>
              </a:prstGeom>
            </p:spPr>
          </p:pic>
        </p:grpSp>
        <p:sp>
          <p:nvSpPr>
            <p:cNvPr id="77" name="TextBox 125">
              <a:extLst>
                <a:ext uri="{FF2B5EF4-FFF2-40B4-BE49-F238E27FC236}">
                  <a16:creationId xmlns:a16="http://schemas.microsoft.com/office/drawing/2014/main" id="{93B97E98-64EE-A0EE-9787-841D12C1AE13}"/>
                </a:ext>
              </a:extLst>
            </p:cNvPr>
            <p:cNvSpPr txBox="1"/>
            <p:nvPr/>
          </p:nvSpPr>
          <p:spPr>
            <a:xfrm>
              <a:off x="9030256" y="303916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grpSp>
        <p:nvGrpSpPr>
          <p:cNvPr id="32" name="Group 126">
            <a:extLst>
              <a:ext uri="{FF2B5EF4-FFF2-40B4-BE49-F238E27FC236}">
                <a16:creationId xmlns:a16="http://schemas.microsoft.com/office/drawing/2014/main" id="{B41486B2-19B4-EA63-F78F-A54763740C57}"/>
              </a:ext>
            </a:extLst>
          </p:cNvPr>
          <p:cNvGrpSpPr/>
          <p:nvPr/>
        </p:nvGrpSpPr>
        <p:grpSpPr>
          <a:xfrm>
            <a:off x="6786636" y="9780611"/>
            <a:ext cx="2994283" cy="1132840"/>
            <a:chOff x="7027117" y="3740572"/>
            <a:chExt cx="2860400" cy="1082188"/>
          </a:xfrm>
        </p:grpSpPr>
        <p:sp>
          <p:nvSpPr>
            <p:cNvPr id="74" name="TextBox 127">
              <a:extLst>
                <a:ext uri="{FF2B5EF4-FFF2-40B4-BE49-F238E27FC236}">
                  <a16:creationId xmlns:a16="http://schemas.microsoft.com/office/drawing/2014/main" id="{166011C1-F9C4-0067-2B0F-3741C7810343}"/>
                </a:ext>
              </a:extLst>
            </p:cNvPr>
            <p:cNvSpPr txBox="1"/>
            <p:nvPr/>
          </p:nvSpPr>
          <p:spPr>
            <a:xfrm>
              <a:off x="7027118" y="3740572"/>
              <a:ext cx="2769544" cy="35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spc="0" baseline="0" noProof="0" dirty="0">
                  <a:solidFill>
                    <a:srgbClr val="6871B6"/>
                  </a:solidFill>
                  <a:latin typeface="Calibri"/>
                  <a:cs typeface="Calibri"/>
                  <a:sym typeface="Calibri"/>
                  <a:rtl val="0"/>
                </a:rPr>
                <a:t>Algoritmi di minima distanza</a:t>
              </a:r>
            </a:p>
          </p:txBody>
        </p:sp>
        <p:sp>
          <p:nvSpPr>
            <p:cNvPr id="75" name="TextBox 128">
              <a:extLst>
                <a:ext uri="{FF2B5EF4-FFF2-40B4-BE49-F238E27FC236}">
                  <a16:creationId xmlns:a16="http://schemas.microsoft.com/office/drawing/2014/main" id="{1D0DB7AB-B6EE-9069-37BC-6AC1B8997658}"/>
                </a:ext>
              </a:extLst>
            </p:cNvPr>
            <p:cNvSpPr txBox="1"/>
            <p:nvPr/>
          </p:nvSpPr>
          <p:spPr>
            <a:xfrm>
              <a:off x="7027117" y="4028919"/>
              <a:ext cx="2860400" cy="793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Analisi degli algoritmi più famosi impiegati per risolvere il problema di minima distanza: 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Dijkstra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, 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Bellman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-Ford e Floyd-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Warshall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35" name="Group 132">
            <a:extLst>
              <a:ext uri="{FF2B5EF4-FFF2-40B4-BE49-F238E27FC236}">
                <a16:creationId xmlns:a16="http://schemas.microsoft.com/office/drawing/2014/main" id="{B46A9CE3-1E49-BAA8-1515-0D21B54E8A38}"/>
              </a:ext>
            </a:extLst>
          </p:cNvPr>
          <p:cNvGrpSpPr/>
          <p:nvPr/>
        </p:nvGrpSpPr>
        <p:grpSpPr>
          <a:xfrm>
            <a:off x="15702856" y="3117270"/>
            <a:ext cx="2652234" cy="1132843"/>
            <a:chOff x="7027117" y="3740573"/>
            <a:chExt cx="2533646" cy="1082191"/>
          </a:xfrm>
        </p:grpSpPr>
        <p:sp>
          <p:nvSpPr>
            <p:cNvPr id="70" name="TextBox 133">
              <a:extLst>
                <a:ext uri="{FF2B5EF4-FFF2-40B4-BE49-F238E27FC236}">
                  <a16:creationId xmlns:a16="http://schemas.microsoft.com/office/drawing/2014/main" id="{FD3336A9-CF43-AC1D-08C7-34FD551FE9FF}"/>
                </a:ext>
              </a:extLst>
            </p:cNvPr>
            <p:cNvSpPr txBox="1"/>
            <p:nvPr/>
          </p:nvSpPr>
          <p:spPr>
            <a:xfrm>
              <a:off x="7027118" y="3740573"/>
              <a:ext cx="2533645" cy="35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spc="0" baseline="0" noProof="0" dirty="0">
                  <a:solidFill>
                    <a:srgbClr val="39C1DB"/>
                  </a:solidFill>
                  <a:latin typeface="Calibri"/>
                  <a:cs typeface="Calibri"/>
                  <a:sym typeface="Calibri"/>
                  <a:rtl val="0"/>
                </a:rPr>
                <a:t>Conclusioni</a:t>
              </a:r>
            </a:p>
          </p:txBody>
        </p:sp>
        <p:sp>
          <p:nvSpPr>
            <p:cNvPr id="71" name="TextBox 134">
              <a:extLst>
                <a:ext uri="{FF2B5EF4-FFF2-40B4-BE49-F238E27FC236}">
                  <a16:creationId xmlns:a16="http://schemas.microsoft.com/office/drawing/2014/main" id="{2E228673-790B-AF31-04C7-21EF9AA77A70}"/>
                </a:ext>
              </a:extLst>
            </p:cNvPr>
            <p:cNvSpPr txBox="1"/>
            <p:nvPr/>
          </p:nvSpPr>
          <p:spPr>
            <a:xfrm>
              <a:off x="7027117" y="4028923"/>
              <a:ext cx="2179549" cy="793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noProof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R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iflessione critica sui risultati ottenuti, con l’obiettivo di identificare limiti, opportunità e direzioni future</a:t>
              </a:r>
            </a:p>
          </p:txBody>
        </p:sp>
      </p:grpSp>
      <p:grpSp>
        <p:nvGrpSpPr>
          <p:cNvPr id="36" name="Group 135">
            <a:extLst>
              <a:ext uri="{FF2B5EF4-FFF2-40B4-BE49-F238E27FC236}">
                <a16:creationId xmlns:a16="http://schemas.microsoft.com/office/drawing/2014/main" id="{DFF8C4A9-8CBC-582C-782F-77155E34D6F1}"/>
              </a:ext>
            </a:extLst>
          </p:cNvPr>
          <p:cNvGrpSpPr/>
          <p:nvPr/>
        </p:nvGrpSpPr>
        <p:grpSpPr>
          <a:xfrm>
            <a:off x="4440296" y="-3943763"/>
            <a:ext cx="2859860" cy="948174"/>
            <a:chOff x="4686454" y="1854644"/>
            <a:chExt cx="2731988" cy="905779"/>
          </a:xfrm>
        </p:grpSpPr>
        <p:sp>
          <p:nvSpPr>
            <p:cNvPr id="68" name="TextBox 136">
              <a:extLst>
                <a:ext uri="{FF2B5EF4-FFF2-40B4-BE49-F238E27FC236}">
                  <a16:creationId xmlns:a16="http://schemas.microsoft.com/office/drawing/2014/main" id="{AB571198-6BA6-67AB-FF4F-474D702344FF}"/>
                </a:ext>
              </a:extLst>
            </p:cNvPr>
            <p:cNvSpPr txBox="1"/>
            <p:nvPr/>
          </p:nvSpPr>
          <p:spPr>
            <a:xfrm>
              <a:off x="4884797" y="1854644"/>
              <a:ext cx="2533645" cy="352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b="1" spc="0" baseline="0" noProof="0" dirty="0">
                  <a:solidFill>
                    <a:srgbClr val="5191CE"/>
                  </a:solidFill>
                  <a:latin typeface="Calibri"/>
                  <a:cs typeface="Calibri"/>
                  <a:sym typeface="Calibri"/>
                  <a:rtl val="0"/>
                </a:rPr>
                <a:t>Sperimentazioni</a:t>
              </a:r>
            </a:p>
          </p:txBody>
        </p:sp>
        <p:sp>
          <p:nvSpPr>
            <p:cNvPr id="69" name="TextBox 137">
              <a:extLst>
                <a:ext uri="{FF2B5EF4-FFF2-40B4-BE49-F238E27FC236}">
                  <a16:creationId xmlns:a16="http://schemas.microsoft.com/office/drawing/2014/main" id="{80109C5E-0676-15CB-9495-01F50B24546A}"/>
                </a:ext>
              </a:extLst>
            </p:cNvPr>
            <p:cNvSpPr txBox="1"/>
            <p:nvPr/>
          </p:nvSpPr>
          <p:spPr>
            <a:xfrm>
              <a:off x="4686454" y="2142991"/>
              <a:ext cx="2731988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noProof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E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secuzione controllata degli algoritmi su grafo selezionato in ambiente Python, mediante la libreria </a:t>
              </a:r>
              <a:r>
                <a:rPr lang="it-IT" sz="1200" i="0" noProof="0" dirty="0" err="1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osmnx</a:t>
              </a:r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. </a:t>
              </a:r>
            </a:p>
          </p:txBody>
        </p:sp>
      </p:grpSp>
      <p:grpSp>
        <p:nvGrpSpPr>
          <p:cNvPr id="37" name="Group 138">
            <a:extLst>
              <a:ext uri="{FF2B5EF4-FFF2-40B4-BE49-F238E27FC236}">
                <a16:creationId xmlns:a16="http://schemas.microsoft.com/office/drawing/2014/main" id="{2C801A39-2DDC-C27B-D810-29AE8FD08551}"/>
              </a:ext>
            </a:extLst>
          </p:cNvPr>
          <p:cNvGrpSpPr/>
          <p:nvPr/>
        </p:nvGrpSpPr>
        <p:grpSpPr>
          <a:xfrm>
            <a:off x="-6990223" y="2727189"/>
            <a:ext cx="3754098" cy="933562"/>
            <a:chOff x="1080561" y="3439269"/>
            <a:chExt cx="3586242" cy="891820"/>
          </a:xfrm>
        </p:grpSpPr>
        <p:sp>
          <p:nvSpPr>
            <p:cNvPr id="66" name="TextBox 139">
              <a:extLst>
                <a:ext uri="{FF2B5EF4-FFF2-40B4-BE49-F238E27FC236}">
                  <a16:creationId xmlns:a16="http://schemas.microsoft.com/office/drawing/2014/main" id="{E34D8A48-695A-2A2A-8D26-D120899F9659}"/>
                </a:ext>
              </a:extLst>
            </p:cNvPr>
            <p:cNvSpPr txBox="1"/>
            <p:nvPr/>
          </p:nvSpPr>
          <p:spPr>
            <a:xfrm>
              <a:off x="1080561" y="3439269"/>
              <a:ext cx="3586242" cy="35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b="1" spc="0" baseline="0" noProof="0" dirty="0">
                  <a:solidFill>
                    <a:srgbClr val="B461A5"/>
                  </a:solidFill>
                  <a:latin typeface="Calibri"/>
                  <a:cs typeface="Calibri"/>
                  <a:sym typeface="Calibri"/>
                  <a:rtl val="0"/>
                </a:rPr>
                <a:t>Applicazione in sistemi commerciali</a:t>
              </a:r>
            </a:p>
          </p:txBody>
        </p:sp>
        <p:sp>
          <p:nvSpPr>
            <p:cNvPr id="67" name="TextBox 140">
              <a:extLst>
                <a:ext uri="{FF2B5EF4-FFF2-40B4-BE49-F238E27FC236}">
                  <a16:creationId xmlns:a16="http://schemas.microsoft.com/office/drawing/2014/main" id="{604D086B-DD01-7FC7-87EA-1E816044E844}"/>
                </a:ext>
              </a:extLst>
            </p:cNvPr>
            <p:cNvSpPr txBox="1"/>
            <p:nvPr/>
          </p:nvSpPr>
          <p:spPr>
            <a:xfrm>
              <a:off x="2100211" y="3713657"/>
              <a:ext cx="2562445" cy="6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t-IT" sz="1200" i="0" noProof="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In quali applicazioni commerciali queste nozion</a:t>
              </a:r>
              <a:r>
                <a:rPr lang="it-IT" sz="1200" noProof="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i teoriche sono applicate? Ed in che modo? </a:t>
              </a:r>
            </a:p>
          </p:txBody>
        </p:sp>
      </p:grpSp>
      <p:grpSp>
        <p:nvGrpSpPr>
          <p:cNvPr id="38" name="Group 19">
            <a:extLst>
              <a:ext uri="{FF2B5EF4-FFF2-40B4-BE49-F238E27FC236}">
                <a16:creationId xmlns:a16="http://schemas.microsoft.com/office/drawing/2014/main" id="{436AC58C-4C57-92BF-28D0-0837044C56AB}"/>
              </a:ext>
            </a:extLst>
          </p:cNvPr>
          <p:cNvGrpSpPr/>
          <p:nvPr/>
        </p:nvGrpSpPr>
        <p:grpSpPr>
          <a:xfrm>
            <a:off x="5876585" y="-3285039"/>
            <a:ext cx="3681163" cy="2358481"/>
            <a:chOff x="5873150" y="1965155"/>
            <a:chExt cx="3516568" cy="2253028"/>
          </a:xfrm>
        </p:grpSpPr>
        <p:grpSp>
          <p:nvGrpSpPr>
            <p:cNvPr id="62" name="Group 54">
              <a:extLst>
                <a:ext uri="{FF2B5EF4-FFF2-40B4-BE49-F238E27FC236}">
                  <a16:creationId xmlns:a16="http://schemas.microsoft.com/office/drawing/2014/main" id="{B5270321-F038-610F-4F14-6927C5812DC1}"/>
                </a:ext>
              </a:extLst>
            </p:cNvPr>
            <p:cNvGrpSpPr/>
            <p:nvPr/>
          </p:nvGrpSpPr>
          <p:grpSpPr>
            <a:xfrm>
              <a:off x="5873150" y="2110307"/>
              <a:ext cx="3516568" cy="2107876"/>
              <a:chOff x="1836631" y="3557566"/>
              <a:chExt cx="3060420" cy="1834456"/>
            </a:xfrm>
          </p:grpSpPr>
          <p:sp>
            <p:nvSpPr>
              <p:cNvPr id="64" name="Isosceles Triangle 55">
                <a:extLst>
                  <a:ext uri="{FF2B5EF4-FFF2-40B4-BE49-F238E27FC236}">
                    <a16:creationId xmlns:a16="http://schemas.microsoft.com/office/drawing/2014/main" id="{06A0BFEC-CEC1-5FFD-EDC8-983DA48416B4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65" name="Rectangle 56">
                <a:extLst>
                  <a:ext uri="{FF2B5EF4-FFF2-40B4-BE49-F238E27FC236}">
                    <a16:creationId xmlns:a16="http://schemas.microsoft.com/office/drawing/2014/main" id="{09ED36AF-98B4-715F-5A33-89B7EEB374F3}"/>
                  </a:ext>
                </a:extLst>
              </p:cNvPr>
              <p:cNvSpPr/>
              <p:nvPr/>
            </p:nvSpPr>
            <p:spPr>
              <a:xfrm rot="2700000">
                <a:off x="2634144" y="3557566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22000">
                    <a:srgbClr val="4C88C2"/>
                  </a:gs>
                  <a:gs pos="66400">
                    <a:srgbClr val="3E6F9E"/>
                  </a:gs>
                  <a:gs pos="0">
                    <a:srgbClr val="5191CE"/>
                  </a:gs>
                  <a:gs pos="100000">
                    <a:srgbClr val="355E8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61" name="TextBox 124">
              <a:extLst>
                <a:ext uri="{FF2B5EF4-FFF2-40B4-BE49-F238E27FC236}">
                  <a16:creationId xmlns:a16="http://schemas.microsoft.com/office/drawing/2014/main" id="{98C8E527-072E-20F4-564D-545B40E369F6}"/>
                </a:ext>
              </a:extLst>
            </p:cNvPr>
            <p:cNvSpPr txBox="1"/>
            <p:nvPr/>
          </p:nvSpPr>
          <p:spPr>
            <a:xfrm>
              <a:off x="7466552" y="1965155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39" name="Group 20">
            <a:extLst>
              <a:ext uri="{FF2B5EF4-FFF2-40B4-BE49-F238E27FC236}">
                <a16:creationId xmlns:a16="http://schemas.microsoft.com/office/drawing/2014/main" id="{42A08916-B42C-A5C0-33B0-1F588FE143DC}"/>
              </a:ext>
            </a:extLst>
          </p:cNvPr>
          <p:cNvGrpSpPr/>
          <p:nvPr/>
        </p:nvGrpSpPr>
        <p:grpSpPr>
          <a:xfrm>
            <a:off x="4440296" y="8175404"/>
            <a:ext cx="3681163" cy="2206536"/>
            <a:chOff x="4340487" y="2713321"/>
            <a:chExt cx="3516568" cy="2107877"/>
          </a:xfrm>
        </p:grpSpPr>
        <p:grpSp>
          <p:nvGrpSpPr>
            <p:cNvPr id="56" name="Group 57">
              <a:extLst>
                <a:ext uri="{FF2B5EF4-FFF2-40B4-BE49-F238E27FC236}">
                  <a16:creationId xmlns:a16="http://schemas.microsoft.com/office/drawing/2014/main" id="{7238DE44-5DD3-A6A4-B35A-EB6F360EC5A7}"/>
                </a:ext>
              </a:extLst>
            </p:cNvPr>
            <p:cNvGrpSpPr/>
            <p:nvPr/>
          </p:nvGrpSpPr>
          <p:grpSpPr>
            <a:xfrm>
              <a:off x="4340487" y="2713321"/>
              <a:ext cx="3516568" cy="2107877"/>
              <a:chOff x="1836631" y="3557565"/>
              <a:chExt cx="3060420" cy="1834457"/>
            </a:xfrm>
          </p:grpSpPr>
          <p:sp>
            <p:nvSpPr>
              <p:cNvPr id="58" name="Isosceles Triangle 58">
                <a:extLst>
                  <a:ext uri="{FF2B5EF4-FFF2-40B4-BE49-F238E27FC236}">
                    <a16:creationId xmlns:a16="http://schemas.microsoft.com/office/drawing/2014/main" id="{39445272-47DC-31A4-851E-82F660CA6AB4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59" name="Rectangle 59">
                <a:extLst>
                  <a:ext uri="{FF2B5EF4-FFF2-40B4-BE49-F238E27FC236}">
                    <a16:creationId xmlns:a16="http://schemas.microsoft.com/office/drawing/2014/main" id="{E8B00FE0-F862-6149-A8B4-F457BDB3B793}"/>
                  </a:ext>
                </a:extLst>
              </p:cNvPr>
              <p:cNvSpPr/>
              <p:nvPr/>
            </p:nvSpPr>
            <p:spPr>
              <a:xfrm rot="2700000">
                <a:off x="2634144" y="3557565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15033">
                    <a:srgbClr val="636BAC"/>
                  </a:gs>
                  <a:gs pos="63700">
                    <a:srgbClr val="51588D"/>
                  </a:gs>
                  <a:gs pos="0">
                    <a:srgbClr val="6871B6"/>
                  </a:gs>
                  <a:gs pos="100000">
                    <a:srgbClr val="444A76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55" name="TextBox 123">
              <a:extLst>
                <a:ext uri="{FF2B5EF4-FFF2-40B4-BE49-F238E27FC236}">
                  <a16:creationId xmlns:a16="http://schemas.microsoft.com/office/drawing/2014/main" id="{52C4B975-FE43-04D2-C987-0FDF7FB9F1FA}"/>
                </a:ext>
              </a:extLst>
            </p:cNvPr>
            <p:cNvSpPr txBox="1"/>
            <p:nvPr/>
          </p:nvSpPr>
          <p:spPr>
            <a:xfrm>
              <a:off x="5938147" y="423137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40" name="Group 21">
            <a:extLst>
              <a:ext uri="{FF2B5EF4-FFF2-40B4-BE49-F238E27FC236}">
                <a16:creationId xmlns:a16="http://schemas.microsoft.com/office/drawing/2014/main" id="{077D92B9-7C3C-207D-0AB8-483A17DF4CEF}"/>
              </a:ext>
            </a:extLst>
          </p:cNvPr>
          <p:cNvGrpSpPr/>
          <p:nvPr/>
        </p:nvGrpSpPr>
        <p:grpSpPr>
          <a:xfrm>
            <a:off x="-4777022" y="3410911"/>
            <a:ext cx="3681163" cy="2367451"/>
            <a:chOff x="2783083" y="3181817"/>
            <a:chExt cx="3516568" cy="2261597"/>
          </a:xfrm>
        </p:grpSpPr>
        <p:grpSp>
          <p:nvGrpSpPr>
            <p:cNvPr id="50" name="Group 60">
              <a:extLst>
                <a:ext uri="{FF2B5EF4-FFF2-40B4-BE49-F238E27FC236}">
                  <a16:creationId xmlns:a16="http://schemas.microsoft.com/office/drawing/2014/main" id="{85938D21-F898-3378-6C9A-C93CABC2E308}"/>
                </a:ext>
              </a:extLst>
            </p:cNvPr>
            <p:cNvGrpSpPr/>
            <p:nvPr/>
          </p:nvGrpSpPr>
          <p:grpSpPr>
            <a:xfrm>
              <a:off x="2783083" y="3335535"/>
              <a:ext cx="3516568" cy="2107879"/>
              <a:chOff x="1836631" y="3557563"/>
              <a:chExt cx="3060420" cy="1834459"/>
            </a:xfrm>
          </p:grpSpPr>
          <p:sp>
            <p:nvSpPr>
              <p:cNvPr id="52" name="Isosceles Triangle 61">
                <a:extLst>
                  <a:ext uri="{FF2B5EF4-FFF2-40B4-BE49-F238E27FC236}">
                    <a16:creationId xmlns:a16="http://schemas.microsoft.com/office/drawing/2014/main" id="{46C2D8BA-2C39-736B-A2AA-6D6DAA3D4249}"/>
                  </a:ext>
                </a:extLst>
              </p:cNvPr>
              <p:cNvSpPr/>
              <p:nvPr/>
            </p:nvSpPr>
            <p:spPr>
              <a:xfrm rot="10800000">
                <a:off x="1836631" y="4123381"/>
                <a:ext cx="3060420" cy="126864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53" name="Rectangle 62">
                <a:extLst>
                  <a:ext uri="{FF2B5EF4-FFF2-40B4-BE49-F238E27FC236}">
                    <a16:creationId xmlns:a16="http://schemas.microsoft.com/office/drawing/2014/main" id="{74944E28-93BB-CA66-DD1A-4DCDA693C4FF}"/>
                  </a:ext>
                </a:extLst>
              </p:cNvPr>
              <p:cNvSpPr/>
              <p:nvPr/>
            </p:nvSpPr>
            <p:spPr>
              <a:xfrm rot="2700000">
                <a:off x="2634144" y="3557563"/>
                <a:ext cx="1484851" cy="1484851"/>
              </a:xfrm>
              <a:prstGeom prst="rect">
                <a:avLst/>
              </a:prstGeom>
              <a:gradFill flip="none" rotWithShape="1">
                <a:gsLst>
                  <a:gs pos="19000">
                    <a:srgbClr val="AD5D9F"/>
                  </a:gs>
                  <a:gs pos="63700">
                    <a:srgbClr val="8C4B80"/>
                  </a:gs>
                  <a:gs pos="0">
                    <a:srgbClr val="B461A5"/>
                  </a:gs>
                  <a:gs pos="100000">
                    <a:srgbClr val="753F6B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49" name="TextBox 122">
              <a:extLst>
                <a:ext uri="{FF2B5EF4-FFF2-40B4-BE49-F238E27FC236}">
                  <a16:creationId xmlns:a16="http://schemas.microsoft.com/office/drawing/2014/main" id="{6863471C-79BB-4316-FFF7-7E32C792C925}"/>
                </a:ext>
              </a:extLst>
            </p:cNvPr>
            <p:cNvSpPr txBox="1"/>
            <p:nvPr/>
          </p:nvSpPr>
          <p:spPr>
            <a:xfrm>
              <a:off x="4388432" y="3181817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1200" noProof="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41" name="Group 22">
            <a:extLst>
              <a:ext uri="{FF2B5EF4-FFF2-40B4-BE49-F238E27FC236}">
                <a16:creationId xmlns:a16="http://schemas.microsoft.com/office/drawing/2014/main" id="{72974A39-683D-7E5C-9231-B381D2E1FB19}"/>
              </a:ext>
            </a:extLst>
          </p:cNvPr>
          <p:cNvGrpSpPr/>
          <p:nvPr/>
        </p:nvGrpSpPr>
        <p:grpSpPr>
          <a:xfrm>
            <a:off x="1833111" y="260381"/>
            <a:ext cx="1800001" cy="1133767"/>
            <a:chOff x="1490977" y="3655374"/>
            <a:chExt cx="2991480" cy="1993902"/>
          </a:xfrm>
        </p:grpSpPr>
        <p:grpSp>
          <p:nvGrpSpPr>
            <p:cNvPr id="44" name="Group 69">
              <a:extLst>
                <a:ext uri="{FF2B5EF4-FFF2-40B4-BE49-F238E27FC236}">
                  <a16:creationId xmlns:a16="http://schemas.microsoft.com/office/drawing/2014/main" id="{F2661B25-CFA1-4F2B-618F-A9B20B26A778}"/>
                </a:ext>
              </a:extLst>
            </p:cNvPr>
            <p:cNvGrpSpPr/>
            <p:nvPr/>
          </p:nvGrpSpPr>
          <p:grpSpPr>
            <a:xfrm>
              <a:off x="1490977" y="3655374"/>
              <a:ext cx="2991480" cy="1993902"/>
              <a:chOff x="2050805" y="3313858"/>
              <a:chExt cx="2603443" cy="1735264"/>
            </a:xfrm>
          </p:grpSpPr>
          <p:sp>
            <p:nvSpPr>
              <p:cNvPr id="46" name="Isosceles Triangle 70">
                <a:extLst>
                  <a:ext uri="{FF2B5EF4-FFF2-40B4-BE49-F238E27FC236}">
                    <a16:creationId xmlns:a16="http://schemas.microsoft.com/office/drawing/2014/main" id="{AA20CFAA-4A45-E8B2-FB26-607A52D90429}"/>
                  </a:ext>
                </a:extLst>
              </p:cNvPr>
              <p:cNvSpPr/>
              <p:nvPr/>
            </p:nvSpPr>
            <p:spPr>
              <a:xfrm rot="10800000">
                <a:off x="2050805" y="3809391"/>
                <a:ext cx="2603443" cy="1239731"/>
              </a:xfrm>
              <a:prstGeom prst="triangle">
                <a:avLst/>
              </a:prstGeom>
              <a:solidFill>
                <a:schemeClr val="tx1">
                  <a:alpha val="35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  <p:sp>
            <p:nvSpPr>
              <p:cNvPr id="47" name="Rectangle 71">
                <a:extLst>
                  <a:ext uri="{FF2B5EF4-FFF2-40B4-BE49-F238E27FC236}">
                    <a16:creationId xmlns:a16="http://schemas.microsoft.com/office/drawing/2014/main" id="{38365C6F-9B96-6F18-C3EE-F25F4B9C1D17}"/>
                  </a:ext>
                </a:extLst>
              </p:cNvPr>
              <p:cNvSpPr/>
              <p:nvPr/>
            </p:nvSpPr>
            <p:spPr>
              <a:xfrm rot="2700000">
                <a:off x="2757922" y="3345749"/>
                <a:ext cx="1184631" cy="1120849"/>
              </a:xfrm>
              <a:prstGeom prst="rect">
                <a:avLst/>
              </a:prstGeom>
              <a:gradFill flip="none" rotWithShape="1">
                <a:gsLst>
                  <a:gs pos="15000">
                    <a:srgbClr val="D95198"/>
                  </a:gs>
                  <a:gs pos="66400">
                    <a:srgbClr val="AF417A"/>
                  </a:gs>
                  <a:gs pos="0">
                    <a:srgbClr val="E3559F"/>
                  </a:gs>
                  <a:gs pos="100000">
                    <a:srgbClr val="943768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noProof="0" dirty="0"/>
              </a:p>
            </p:txBody>
          </p:sp>
        </p:grp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E01F5B6B-5147-7C90-FB5B-878E15BB983D}"/>
                </a:ext>
              </a:extLst>
            </p:cNvPr>
            <p:cNvSpPr txBox="1"/>
            <p:nvPr/>
          </p:nvSpPr>
          <p:spPr>
            <a:xfrm>
              <a:off x="2246578" y="3713510"/>
              <a:ext cx="1495741" cy="1244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pic>
        <p:nvPicPr>
          <p:cNvPr id="85" name="Immagine 84" descr="Immagine che contiene simbolo, Elementi grafici, cerchio, logo&#10;&#10;Il contenuto generato dall'IA potrebbe non essere corretto.">
            <a:extLst>
              <a:ext uri="{FF2B5EF4-FFF2-40B4-BE49-F238E27FC236}">
                <a16:creationId xmlns:a16="http://schemas.microsoft.com/office/drawing/2014/main" id="{8D7CE2F9-6FA2-DB47-CD9B-7B85A8723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7548" y="4106738"/>
            <a:ext cx="528040" cy="528040"/>
          </a:xfrm>
          <a:prstGeom prst="rect">
            <a:avLst/>
          </a:prstGeom>
        </p:spPr>
      </p:pic>
      <p:pic>
        <p:nvPicPr>
          <p:cNvPr id="87" name="Immagine 86" descr="Immagine che contiene cerchio, Elementi grafici, Carattere, simbolo&#10;&#10;Il contenuto generato dall'IA potrebbe non essere corretto.">
            <a:extLst>
              <a:ext uri="{FF2B5EF4-FFF2-40B4-BE49-F238E27FC236}">
                <a16:creationId xmlns:a16="http://schemas.microsoft.com/office/drawing/2014/main" id="{96C8729D-545F-0DD1-209D-7331B2136D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765" y="8648536"/>
            <a:ext cx="697194" cy="697194"/>
          </a:xfrm>
          <a:prstGeom prst="rect">
            <a:avLst/>
          </a:prstGeom>
        </p:spPr>
      </p:pic>
      <p:pic>
        <p:nvPicPr>
          <p:cNvPr id="89" name="Immagine 88" descr="Immagine che contiene testo, Carattere, simbolo, numero&#10;&#10;Il contenuto generato dall'IA potrebbe non essere corretto.">
            <a:extLst>
              <a:ext uri="{FF2B5EF4-FFF2-40B4-BE49-F238E27FC236}">
                <a16:creationId xmlns:a16="http://schemas.microsoft.com/office/drawing/2014/main" id="{9ACABFAD-5636-3DF9-7CE9-FA48AF35D3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222" y="-2529321"/>
            <a:ext cx="568026" cy="568026"/>
          </a:xfrm>
          <a:prstGeom prst="rect">
            <a:avLst/>
          </a:prstGeom>
        </p:spPr>
      </p:pic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97A31050-A4A6-1C2D-598F-1F3260721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FD8E96A9-8DD5-23A0-BB15-035C9D0CD1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A0D31684-9219-F029-DFD8-41D9BC3E3B1C}"/>
              </a:ext>
            </a:extLst>
          </p:cNvPr>
          <p:cNvSpPr txBox="1"/>
          <p:nvPr/>
        </p:nvSpPr>
        <p:spPr>
          <a:xfrm>
            <a:off x="3501973" y="8678"/>
            <a:ext cx="66368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500" b="1" i="1" spc="0" baseline="0" noProof="0" dirty="0" err="1">
                <a:solidFill>
                  <a:srgbClr val="C44989"/>
                </a:solidFill>
                <a:cs typeface="Calibri"/>
                <a:sym typeface="Calibri"/>
                <a:rtl val="0"/>
              </a:rPr>
              <a:t>Related</a:t>
            </a:r>
            <a:r>
              <a:rPr lang="it-IT" sz="3500" b="1" i="1" spc="0" baseline="0" noProof="0" dirty="0">
                <a:solidFill>
                  <a:srgbClr val="C44989"/>
                </a:solidFill>
                <a:cs typeface="Calibri"/>
                <a:sym typeface="Calibri"/>
                <a:rtl val="0"/>
              </a:rPr>
              <a:t> Works: algoritmi di </a:t>
            </a:r>
            <a:r>
              <a:rPr lang="it-IT" sz="3500" b="1" i="1" spc="0" baseline="0" noProof="0" dirty="0" err="1">
                <a:solidFill>
                  <a:srgbClr val="C44989"/>
                </a:solidFill>
                <a:cs typeface="Calibri"/>
                <a:sym typeface="Calibri"/>
                <a:rtl val="0"/>
              </a:rPr>
              <a:t>Thresholding</a:t>
            </a:r>
            <a:r>
              <a:rPr lang="it-IT" sz="3500" b="1" i="1" spc="0" baseline="0" noProof="0" dirty="0">
                <a:solidFill>
                  <a:srgbClr val="C44989"/>
                </a:solidFill>
                <a:cs typeface="Calibri"/>
                <a:sym typeface="Calibri"/>
                <a:rtl val="0"/>
              </a:rPr>
              <a:t> ed Edge </a:t>
            </a:r>
            <a:r>
              <a:rPr lang="it-IT" sz="3500" b="1" i="1" spc="0" baseline="0" noProof="0" dirty="0" err="1">
                <a:solidFill>
                  <a:srgbClr val="C44989"/>
                </a:solidFill>
                <a:cs typeface="Calibri"/>
                <a:sym typeface="Calibri"/>
                <a:rtl val="0"/>
              </a:rPr>
              <a:t>Detection</a:t>
            </a:r>
            <a:endParaRPr lang="it-IT" sz="3500" b="1" i="1" spc="0" baseline="0" noProof="0" dirty="0">
              <a:solidFill>
                <a:srgbClr val="C44989"/>
              </a:solidFill>
              <a:cs typeface="Calibri"/>
              <a:sym typeface="Calibri"/>
              <a:rtl val="0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EAD4B57-ACC5-8D88-BD0D-1A0E0411E915}"/>
              </a:ext>
            </a:extLst>
          </p:cNvPr>
          <p:cNvSpPr/>
          <p:nvPr/>
        </p:nvSpPr>
        <p:spPr>
          <a:xfrm>
            <a:off x="4356533" y="1605036"/>
            <a:ext cx="3648676" cy="4969444"/>
          </a:xfrm>
          <a:prstGeom prst="roundRect">
            <a:avLst>
              <a:gd name="adj" fmla="val 2504"/>
            </a:avLst>
          </a:prstGeom>
          <a:noFill/>
          <a:ln>
            <a:solidFill>
              <a:srgbClr val="C44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9888F3E-0236-04F4-00A9-3256AD3AAF3E}"/>
              </a:ext>
            </a:extLst>
          </p:cNvPr>
          <p:cNvSpPr/>
          <p:nvPr/>
        </p:nvSpPr>
        <p:spPr>
          <a:xfrm>
            <a:off x="4442764" y="1685509"/>
            <a:ext cx="3476213" cy="2876132"/>
          </a:xfrm>
          <a:prstGeom prst="roundRect">
            <a:avLst>
              <a:gd name="adj" fmla="val 632"/>
            </a:avLst>
          </a:prstGeom>
          <a:solidFill>
            <a:srgbClr val="C449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C6819B6-6434-5D21-6F62-7D894513C1BB}"/>
              </a:ext>
            </a:extLst>
          </p:cNvPr>
          <p:cNvSpPr/>
          <p:nvPr/>
        </p:nvSpPr>
        <p:spPr>
          <a:xfrm>
            <a:off x="390278" y="1603164"/>
            <a:ext cx="3648676" cy="4969444"/>
          </a:xfrm>
          <a:prstGeom prst="roundRect">
            <a:avLst>
              <a:gd name="adj" fmla="val 2504"/>
            </a:avLst>
          </a:prstGeom>
          <a:noFill/>
          <a:ln>
            <a:solidFill>
              <a:srgbClr val="C44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D25FBDE-E0FE-F926-1243-899F959A3D18}"/>
              </a:ext>
            </a:extLst>
          </p:cNvPr>
          <p:cNvSpPr/>
          <p:nvPr/>
        </p:nvSpPr>
        <p:spPr>
          <a:xfrm>
            <a:off x="478920" y="1681892"/>
            <a:ext cx="3476213" cy="2879749"/>
          </a:xfrm>
          <a:prstGeom prst="roundRect">
            <a:avLst>
              <a:gd name="adj" fmla="val 632"/>
            </a:avLst>
          </a:prstGeom>
          <a:solidFill>
            <a:srgbClr val="C449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D8E9A1E-CE31-9211-BA98-20FD64E6266B}"/>
              </a:ext>
            </a:extLst>
          </p:cNvPr>
          <p:cNvSpPr txBox="1"/>
          <p:nvPr/>
        </p:nvSpPr>
        <p:spPr>
          <a:xfrm>
            <a:off x="464219" y="4769183"/>
            <a:ext cx="345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/>
              <a:t>Metodi di </a:t>
            </a:r>
            <a:r>
              <a:rPr lang="it-IT" sz="2000" b="1" dirty="0" err="1"/>
              <a:t>Sogliatura</a:t>
            </a:r>
            <a:r>
              <a:rPr lang="it-IT" sz="2000" b="1" dirty="0"/>
              <a:t> Globale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0DAD4EB-4B5B-5C2D-D2D4-A91C031C985D}"/>
              </a:ext>
            </a:extLst>
          </p:cNvPr>
          <p:cNvSpPr txBox="1"/>
          <p:nvPr/>
        </p:nvSpPr>
        <p:spPr>
          <a:xfrm>
            <a:off x="552170" y="5129187"/>
            <a:ext cx="33108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/>
              <a:t>Evoluzione della </a:t>
            </a:r>
            <a:r>
              <a:rPr lang="it-IT" sz="1600" dirty="0" err="1"/>
              <a:t>sogliatura</a:t>
            </a:r>
            <a:r>
              <a:rPr lang="it-IT" sz="1600" dirty="0"/>
              <a:t>: dai limiti statistici del metodo di Otsu globale all'efficacia della binarizzazione iterativa e locale per l'isolamento della patologia.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73F2329-DA01-2E44-3DE4-849FDACD7EA0}"/>
              </a:ext>
            </a:extLst>
          </p:cNvPr>
          <p:cNvSpPr txBox="1"/>
          <p:nvPr/>
        </p:nvSpPr>
        <p:spPr>
          <a:xfrm>
            <a:off x="4883404" y="4585154"/>
            <a:ext cx="26521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/>
              <a:t>Rivelatori di Bordi basati su Derivate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66420B2-7D71-9B3F-0B93-F568FA49AC24}"/>
              </a:ext>
            </a:extLst>
          </p:cNvPr>
          <p:cNvSpPr txBox="1"/>
          <p:nvPr/>
        </p:nvSpPr>
        <p:spPr>
          <a:xfrm>
            <a:off x="4408715" y="5220010"/>
            <a:ext cx="35443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/>
              <a:t>Rilevamento dei bordi basato su derivate: dalla distinzione tra operatori del primo e secondo ordine alla criticità dell'amplificazione del rumore in ambito clinico.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294C25E-BA91-C5EE-F8C6-B8143258AE5A}"/>
              </a:ext>
            </a:extLst>
          </p:cNvPr>
          <p:cNvSpPr txBox="1"/>
          <p:nvPr/>
        </p:nvSpPr>
        <p:spPr>
          <a:xfrm>
            <a:off x="8737381" y="4598004"/>
            <a:ext cx="2823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/>
              <a:t>L'Algoritmo di </a:t>
            </a:r>
            <a:r>
              <a:rPr lang="it-IT" sz="2000" b="1" dirty="0" err="1"/>
              <a:t>Canny</a:t>
            </a:r>
            <a:r>
              <a:rPr lang="it-IT" sz="2000" b="1" dirty="0"/>
              <a:t>: Il Rivelatore Ottimale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FC95117-BE1E-01C4-68CB-95D2578C911C}"/>
              </a:ext>
            </a:extLst>
          </p:cNvPr>
          <p:cNvSpPr txBox="1"/>
          <p:nvPr/>
        </p:nvSpPr>
        <p:spPr>
          <a:xfrm>
            <a:off x="8434283" y="5248543"/>
            <a:ext cx="34762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/>
              <a:t>L'algoritmo di </a:t>
            </a:r>
            <a:r>
              <a:rPr lang="it-IT" sz="1600" dirty="0" err="1"/>
              <a:t>Canny</a:t>
            </a:r>
            <a:r>
              <a:rPr lang="it-IT" sz="1600" dirty="0"/>
              <a:t> come rivelatore ottimale: l'eccellenza nei criteri di errore, localizzazione e risposta minima superata dalla complessità della taratura clinica.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9E318920-75F8-BA7E-7D64-E7609FB9894C}"/>
              </a:ext>
            </a:extLst>
          </p:cNvPr>
          <p:cNvSpPr/>
          <p:nvPr/>
        </p:nvSpPr>
        <p:spPr>
          <a:xfrm>
            <a:off x="8337842" y="1605036"/>
            <a:ext cx="3648676" cy="4969444"/>
          </a:xfrm>
          <a:prstGeom prst="roundRect">
            <a:avLst>
              <a:gd name="adj" fmla="val 2504"/>
            </a:avLst>
          </a:prstGeom>
          <a:noFill/>
          <a:ln>
            <a:solidFill>
              <a:srgbClr val="C44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2645063-2E5F-62C8-0A52-647D71D94D7F}"/>
              </a:ext>
            </a:extLst>
          </p:cNvPr>
          <p:cNvSpPr/>
          <p:nvPr/>
        </p:nvSpPr>
        <p:spPr>
          <a:xfrm>
            <a:off x="8424074" y="1685509"/>
            <a:ext cx="3476213" cy="2881411"/>
          </a:xfrm>
          <a:prstGeom prst="roundRect">
            <a:avLst>
              <a:gd name="adj" fmla="val 632"/>
            </a:avLst>
          </a:prstGeom>
          <a:solidFill>
            <a:srgbClr val="C4498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FE2DF282-581E-A246-D0A0-3A3CEE707D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91" y="1789117"/>
            <a:ext cx="3271610" cy="2632867"/>
          </a:xfrm>
          <a:prstGeom prst="rect">
            <a:avLst/>
          </a:prstGeom>
          <a:effectLst>
            <a:outerShdw blurRad="50800" dir="5400000" algn="ctr" rotWithShape="0">
              <a:srgbClr val="000000">
                <a:alpha val="43137"/>
              </a:srgbClr>
            </a:outerShdw>
            <a:softEdge rad="25400"/>
          </a:effectLst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5E147855-A02D-45C4-C454-60A6238C38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544" y="1773566"/>
            <a:ext cx="3362651" cy="2696400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EE6E1A3E-F0FB-CB10-256E-023DDFD693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208" y="1795462"/>
            <a:ext cx="3377646" cy="2696400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ABF8B1D2-BA7A-8843-0751-11B24865EE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574" y="3893280"/>
            <a:ext cx="650946" cy="650946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131BB7FB-426B-6EF9-1257-EDC1882F161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125" y="3917223"/>
            <a:ext cx="650946" cy="650946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FD9429BA-A783-EDAE-0603-9E39DF3B6F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931" y="3903177"/>
            <a:ext cx="650946" cy="65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92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19C01-B090-7C1B-EBFF-0BA66B36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46BDB1BD-39AE-96BE-2DB2-E7C8988CFA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1F393A5D-0EAF-8EDD-27B6-D412C5685B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D93FC6A7-5161-69F7-D4BD-9F9BE801A5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E4EB9074-9739-760E-F058-415678A824BD}"/>
              </a:ext>
            </a:extLst>
          </p:cNvPr>
          <p:cNvSpPr txBox="1"/>
          <p:nvPr/>
        </p:nvSpPr>
        <p:spPr>
          <a:xfrm>
            <a:off x="3686168" y="70384"/>
            <a:ext cx="65574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 err="1">
                <a:solidFill>
                  <a:srgbClr val="98518B"/>
                </a:solidFill>
                <a:cs typeface="Calibri"/>
                <a:sym typeface="Calibri"/>
                <a:rtl val="0"/>
              </a:rPr>
              <a:t>Chosen</a:t>
            </a:r>
            <a:r>
              <a:rPr lang="it-IT" sz="4000" b="1" i="1" spc="0" baseline="0" noProof="0" dirty="0">
                <a:solidFill>
                  <a:srgbClr val="98518B"/>
                </a:solidFill>
                <a:cs typeface="Calibri"/>
                <a:sym typeface="Calibri"/>
                <a:rtl val="0"/>
              </a:rPr>
              <a:t> Solution: Il </a:t>
            </a:r>
            <a:r>
              <a:rPr lang="it-IT" sz="4000" b="1" i="1" spc="0" baseline="0" noProof="0" dirty="0" err="1">
                <a:solidFill>
                  <a:srgbClr val="98518B"/>
                </a:solidFill>
                <a:cs typeface="Calibri"/>
                <a:sym typeface="Calibri"/>
                <a:rtl val="0"/>
              </a:rPr>
              <a:t>Pre</a:t>
            </a:r>
            <a:r>
              <a:rPr lang="it-IT" sz="4000" b="1" i="1" dirty="0">
                <a:solidFill>
                  <a:srgbClr val="98518B"/>
                </a:solidFill>
                <a:cs typeface="Calibri"/>
                <a:sym typeface="Calibri"/>
                <a:rtl val="0"/>
              </a:rPr>
              <a:t>-</a:t>
            </a:r>
            <a:r>
              <a:rPr lang="it-IT" sz="4000" b="1" i="1" spc="0" baseline="0" noProof="0" dirty="0">
                <a:solidFill>
                  <a:srgbClr val="98518B"/>
                </a:solidFill>
                <a:cs typeface="Calibri"/>
                <a:sym typeface="Calibri"/>
                <a:rtl val="0"/>
              </a:rPr>
              <a:t>processing Integrato</a:t>
            </a:r>
          </a:p>
        </p:txBody>
      </p: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01E01B7E-F6AA-0248-2C5A-C19A57DF2435}"/>
              </a:ext>
            </a:extLst>
          </p:cNvPr>
          <p:cNvGrpSpPr/>
          <p:nvPr/>
        </p:nvGrpSpPr>
        <p:grpSpPr>
          <a:xfrm>
            <a:off x="2070551" y="298458"/>
            <a:ext cx="1646014" cy="1164877"/>
            <a:chOff x="2070551" y="298458"/>
            <a:chExt cx="1646014" cy="1164877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32DC9156-2B4F-AD3E-05DA-E4B512AF23C7}"/>
                </a:ext>
              </a:extLst>
            </p:cNvPr>
            <p:cNvSpPr/>
            <p:nvPr/>
          </p:nvSpPr>
          <p:spPr>
            <a:xfrm rot="10800000">
              <a:off x="2070551" y="653334"/>
              <a:ext cx="1646014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1" name="Rectangle 62">
              <a:extLst>
                <a:ext uri="{FF2B5EF4-FFF2-40B4-BE49-F238E27FC236}">
                  <a16:creationId xmlns:a16="http://schemas.microsoft.com/office/drawing/2014/main" id="{D670163C-CC7D-0431-B566-2BD644FFB4FB}"/>
                </a:ext>
              </a:extLst>
            </p:cNvPr>
            <p:cNvSpPr/>
            <p:nvPr/>
          </p:nvSpPr>
          <p:spPr>
            <a:xfrm rot="2700000">
              <a:off x="2484312" y="331926"/>
              <a:ext cx="782443" cy="715508"/>
            </a:xfrm>
            <a:prstGeom prst="rect">
              <a:avLst/>
            </a:prstGeom>
            <a:gradFill flip="none" rotWithShape="1">
              <a:gsLst>
                <a:gs pos="19000">
                  <a:srgbClr val="AD5D9F"/>
                </a:gs>
                <a:gs pos="63700">
                  <a:srgbClr val="8C4B80"/>
                </a:gs>
                <a:gs pos="0">
                  <a:srgbClr val="B461A5"/>
                </a:gs>
                <a:gs pos="100000">
                  <a:srgbClr val="753F6B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BA8C324D-D943-B573-8FB6-07FA5754F301}"/>
                </a:ext>
              </a:extLst>
            </p:cNvPr>
            <p:cNvSpPr txBox="1"/>
            <p:nvPr/>
          </p:nvSpPr>
          <p:spPr>
            <a:xfrm>
              <a:off x="2449262" y="311964"/>
              <a:ext cx="8230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3BC1781-6403-535E-E4F1-FE82587D85A8}"/>
              </a:ext>
            </a:extLst>
          </p:cNvPr>
          <p:cNvSpPr/>
          <p:nvPr/>
        </p:nvSpPr>
        <p:spPr>
          <a:xfrm>
            <a:off x="349768" y="1545362"/>
            <a:ext cx="3648676" cy="2864663"/>
          </a:xfrm>
          <a:prstGeom prst="roundRect">
            <a:avLst>
              <a:gd name="adj" fmla="val 6012"/>
            </a:avLst>
          </a:prstGeom>
          <a:solidFill>
            <a:srgbClr val="98518B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EE92B95-4090-15D7-D73D-047C9B573EFC}"/>
              </a:ext>
            </a:extLst>
          </p:cNvPr>
          <p:cNvSpPr/>
          <p:nvPr/>
        </p:nvSpPr>
        <p:spPr>
          <a:xfrm>
            <a:off x="1794180" y="1748446"/>
            <a:ext cx="759851" cy="714715"/>
          </a:xfrm>
          <a:prstGeom prst="roundRect">
            <a:avLst>
              <a:gd name="adj" fmla="val 15729"/>
            </a:avLst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C6219CE-2BB4-C720-6522-0FF96DDEA655}"/>
              </a:ext>
            </a:extLst>
          </p:cNvPr>
          <p:cNvSpPr txBox="1"/>
          <p:nvPr/>
        </p:nvSpPr>
        <p:spPr>
          <a:xfrm>
            <a:off x="819628" y="2532998"/>
            <a:ext cx="2652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Dominio Spaziale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D77F2A3-1875-47E3-F040-389A125EAFDF}"/>
              </a:ext>
            </a:extLst>
          </p:cNvPr>
          <p:cNvSpPr txBox="1"/>
          <p:nvPr/>
        </p:nvSpPr>
        <p:spPr>
          <a:xfrm>
            <a:off x="530672" y="2914011"/>
            <a:ext cx="32882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 err="1"/>
              <a:t>Pre</a:t>
            </a:r>
            <a:r>
              <a:rPr lang="it-IT" sz="1600" dirty="0"/>
              <a:t>-processing iniziale: dal filtraggio spaziale alla Correzione Gamma per l'enfatizzazione del segnale e il superamento del degrado qualitativo (</a:t>
            </a:r>
            <a:r>
              <a:rPr lang="it-IT" sz="1600" dirty="0" err="1"/>
              <a:t>blurring</a:t>
            </a:r>
            <a:r>
              <a:rPr lang="it-IT" sz="1600" dirty="0"/>
              <a:t>).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D8F708AB-ADD6-8354-3FDA-02FC59646D99}"/>
              </a:ext>
            </a:extLst>
          </p:cNvPr>
          <p:cNvSpPr/>
          <p:nvPr/>
        </p:nvSpPr>
        <p:spPr>
          <a:xfrm>
            <a:off x="4347315" y="2292847"/>
            <a:ext cx="3648676" cy="2864663"/>
          </a:xfrm>
          <a:prstGeom prst="roundRect">
            <a:avLst>
              <a:gd name="adj" fmla="val 6012"/>
            </a:avLst>
          </a:prstGeom>
          <a:solidFill>
            <a:srgbClr val="98518B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D3225EB9-050C-8DD1-C221-2BDE593AD9EB}"/>
              </a:ext>
            </a:extLst>
          </p:cNvPr>
          <p:cNvSpPr/>
          <p:nvPr/>
        </p:nvSpPr>
        <p:spPr>
          <a:xfrm>
            <a:off x="5791727" y="2495931"/>
            <a:ext cx="759851" cy="714715"/>
          </a:xfrm>
          <a:prstGeom prst="roundRect">
            <a:avLst>
              <a:gd name="adj" fmla="val 15729"/>
            </a:avLst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931EE5B-54F7-3955-D121-65B4B73279AB}"/>
              </a:ext>
            </a:extLst>
          </p:cNvPr>
          <p:cNvSpPr txBox="1"/>
          <p:nvPr/>
        </p:nvSpPr>
        <p:spPr>
          <a:xfrm>
            <a:off x="4605421" y="3282063"/>
            <a:ext cx="3096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Dominio della Frequenza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F354988-EAFA-0228-7B2C-95CDE2FF6D29}"/>
              </a:ext>
            </a:extLst>
          </p:cNvPr>
          <p:cNvSpPr txBox="1"/>
          <p:nvPr/>
        </p:nvSpPr>
        <p:spPr>
          <a:xfrm>
            <a:off x="4444456" y="3690771"/>
            <a:ext cx="34180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/>
              <a:t>Filtraggio nel dominio trasformato: applicazione della Trasformata di Fourier (FFT2) per una soppressione del rumore selettiva e priva di artefatti spaziali.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BD50CD41-0633-E7D5-0E93-290497E3B820}"/>
              </a:ext>
            </a:extLst>
          </p:cNvPr>
          <p:cNvSpPr/>
          <p:nvPr/>
        </p:nvSpPr>
        <p:spPr>
          <a:xfrm>
            <a:off x="8363780" y="3037298"/>
            <a:ext cx="3648676" cy="2864663"/>
          </a:xfrm>
          <a:prstGeom prst="roundRect">
            <a:avLst>
              <a:gd name="adj" fmla="val 6012"/>
            </a:avLst>
          </a:prstGeom>
          <a:solidFill>
            <a:srgbClr val="98518B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C58A12B4-D1B4-AF7D-71EC-F0264778AC54}"/>
              </a:ext>
            </a:extLst>
          </p:cNvPr>
          <p:cNvSpPr/>
          <p:nvPr/>
        </p:nvSpPr>
        <p:spPr>
          <a:xfrm>
            <a:off x="9808192" y="3240382"/>
            <a:ext cx="759851" cy="714715"/>
          </a:xfrm>
          <a:prstGeom prst="roundRect">
            <a:avLst>
              <a:gd name="adj" fmla="val 15729"/>
            </a:avLst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0F4912B-AEC1-0702-B8B7-14AEF3F9C3FC}"/>
              </a:ext>
            </a:extLst>
          </p:cNvPr>
          <p:cNvSpPr txBox="1"/>
          <p:nvPr/>
        </p:nvSpPr>
        <p:spPr>
          <a:xfrm>
            <a:off x="8363780" y="4024934"/>
            <a:ext cx="3648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</a:rPr>
              <a:t>Enfatizzazione tramite Statistica Locale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161A1765-A4B8-0AC8-55C1-76A374507101}"/>
              </a:ext>
            </a:extLst>
          </p:cNvPr>
          <p:cNvSpPr txBox="1"/>
          <p:nvPr/>
        </p:nvSpPr>
        <p:spPr>
          <a:xfrm>
            <a:off x="8354321" y="4699010"/>
            <a:ext cx="36486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/>
              <a:t>Enfatizzazione adattiva locale: l'utilizzo del Block Processing per l'esaltazione selettiva del contrasto nelle regioni patologiche a bassa intensità.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4EF0F74-6F0C-B373-206D-A8A7001E13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923" y="3322371"/>
            <a:ext cx="535473" cy="53547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0EE9BB4-F37C-BD39-C231-E43D4AB6DA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39" y="1781573"/>
            <a:ext cx="609685" cy="609685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90CA7E64-69CB-F915-7433-07BB8E5E25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978" y="2548351"/>
            <a:ext cx="609685" cy="609685"/>
          </a:xfrm>
          <a:prstGeom prst="rect">
            <a:avLst/>
          </a:prstGeom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1A0F3A7E-9199-EF8C-4233-908729B78A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94" y="3542253"/>
            <a:ext cx="4094290" cy="4094290"/>
          </a:xfrm>
          <a:prstGeom prst="rect">
            <a:avLst/>
          </a:prstGeom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3308B356-8D92-F08A-3EA0-F8439E46F8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582" y="1080891"/>
            <a:ext cx="1974015" cy="197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15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C945-E57E-CCBE-D8A3-0D60FCB0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AF6513D5-1FB7-2B7A-9C70-40E080862C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0EB84176-3756-5E6E-AE17-A32077C82D5D}"/>
              </a:ext>
            </a:extLst>
          </p:cNvPr>
          <p:cNvGrpSpPr/>
          <p:nvPr/>
        </p:nvGrpSpPr>
        <p:grpSpPr>
          <a:xfrm>
            <a:off x="6887233" y="4268220"/>
            <a:ext cx="2880321" cy="2491837"/>
            <a:chOff x="8985582" y="3967404"/>
            <a:chExt cx="2880321" cy="2491837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06A4160C-BDFF-4127-D5C0-6437B86E4BF6}"/>
                </a:ext>
              </a:extLst>
            </p:cNvPr>
            <p:cNvSpPr/>
            <p:nvPr/>
          </p:nvSpPr>
          <p:spPr>
            <a:xfrm>
              <a:off x="8985583" y="3967404"/>
              <a:ext cx="2880320" cy="2491837"/>
            </a:xfrm>
            <a:prstGeom prst="rect">
              <a:avLst/>
            </a:prstGeom>
            <a:solidFill>
              <a:srgbClr val="C29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1FF8F906-76AF-3B74-FE8C-B63846C015FF}"/>
                </a:ext>
              </a:extLst>
            </p:cNvPr>
            <p:cNvSpPr/>
            <p:nvPr/>
          </p:nvSpPr>
          <p:spPr>
            <a:xfrm>
              <a:off x="10033541" y="4127923"/>
              <a:ext cx="796978" cy="710671"/>
            </a:xfrm>
            <a:prstGeom prst="rect">
              <a:avLst/>
            </a:prstGeom>
            <a:solidFill>
              <a:srgbClr val="9851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3" name="TextBox 19">
              <a:extLst>
                <a:ext uri="{FF2B5EF4-FFF2-40B4-BE49-F238E27FC236}">
                  <a16:creationId xmlns:a16="http://schemas.microsoft.com/office/drawing/2014/main" id="{749C9EBF-18DC-6846-58D6-690CBBAF0074}"/>
                </a:ext>
              </a:extLst>
            </p:cNvPr>
            <p:cNvSpPr txBox="1"/>
            <p:nvPr/>
          </p:nvSpPr>
          <p:spPr>
            <a:xfrm>
              <a:off x="8985582" y="4804336"/>
              <a:ext cx="288032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Post-Processing Morfologico:</a:t>
              </a:r>
              <a:endParaRPr lang="it-IT" sz="1600" dirty="0"/>
            </a:p>
            <a:p>
              <a:pPr algn="ctr"/>
              <a:r>
                <a:rPr lang="it-IT" sz="1600" dirty="0"/>
                <a:t>l'impiego di operatori morfologici e analisi delle componenti connesse per la soppressione dei falsi positivi.</a:t>
              </a:r>
            </a:p>
          </p:txBody>
        </p:sp>
      </p:grp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FF72EA20-29F4-57FF-B696-FC023ED308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2AA8B135-4C53-3997-F7AC-ED15FB86C0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6" name="TextBox 130">
            <a:extLst>
              <a:ext uri="{FF2B5EF4-FFF2-40B4-BE49-F238E27FC236}">
                <a16:creationId xmlns:a16="http://schemas.microsoft.com/office/drawing/2014/main" id="{796B5F1A-CA07-372B-42C6-8F45BC423212}"/>
              </a:ext>
            </a:extLst>
          </p:cNvPr>
          <p:cNvSpPr txBox="1"/>
          <p:nvPr/>
        </p:nvSpPr>
        <p:spPr>
          <a:xfrm>
            <a:off x="3396608" y="70384"/>
            <a:ext cx="68725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 err="1">
                <a:solidFill>
                  <a:srgbClr val="98518B"/>
                </a:solidFill>
                <a:cs typeface="Calibri"/>
                <a:sym typeface="Calibri"/>
                <a:rtl val="0"/>
              </a:rPr>
              <a:t>Chosen</a:t>
            </a:r>
            <a:r>
              <a:rPr lang="it-IT" sz="4000" b="1" i="1" spc="0" baseline="0" noProof="0" dirty="0">
                <a:solidFill>
                  <a:srgbClr val="98518B"/>
                </a:solidFill>
                <a:cs typeface="Calibri"/>
                <a:sym typeface="Calibri"/>
                <a:rtl val="0"/>
              </a:rPr>
              <a:t> Solution: La Segmentazione Morfologica</a:t>
            </a:r>
          </a:p>
        </p:txBody>
      </p:sp>
      <p:grpSp>
        <p:nvGrpSpPr>
          <p:cNvPr id="72" name="Gruppo 71">
            <a:extLst>
              <a:ext uri="{FF2B5EF4-FFF2-40B4-BE49-F238E27FC236}">
                <a16:creationId xmlns:a16="http://schemas.microsoft.com/office/drawing/2014/main" id="{55DACF70-C47D-838A-A4B8-0DBADF72EB65}"/>
              </a:ext>
            </a:extLst>
          </p:cNvPr>
          <p:cNvGrpSpPr/>
          <p:nvPr/>
        </p:nvGrpSpPr>
        <p:grpSpPr>
          <a:xfrm>
            <a:off x="297317" y="1614199"/>
            <a:ext cx="2958448" cy="2491837"/>
            <a:chOff x="308917" y="1837094"/>
            <a:chExt cx="2958448" cy="2491837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E07B1768-4F8C-452F-F3B2-855BC960D9E6}"/>
                </a:ext>
              </a:extLst>
            </p:cNvPr>
            <p:cNvSpPr/>
            <p:nvPr/>
          </p:nvSpPr>
          <p:spPr>
            <a:xfrm>
              <a:off x="351750" y="1837094"/>
              <a:ext cx="2880320" cy="2491837"/>
            </a:xfrm>
            <a:prstGeom prst="rect">
              <a:avLst/>
            </a:prstGeom>
            <a:solidFill>
              <a:srgbClr val="98518B">
                <a:alpha val="5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74EEE230-4C1E-3436-2390-9A998A1D8950}"/>
                </a:ext>
              </a:extLst>
            </p:cNvPr>
            <p:cNvSpPr/>
            <p:nvPr/>
          </p:nvSpPr>
          <p:spPr>
            <a:xfrm>
              <a:off x="1390073" y="1979816"/>
              <a:ext cx="796978" cy="710671"/>
            </a:xfrm>
            <a:prstGeom prst="rect">
              <a:avLst/>
            </a:prstGeom>
            <a:solidFill>
              <a:srgbClr val="9851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3750E9-1AA9-D94F-9466-91A0911B1356}"/>
                </a:ext>
              </a:extLst>
            </p:cNvPr>
            <p:cNvSpPr txBox="1"/>
            <p:nvPr/>
          </p:nvSpPr>
          <p:spPr>
            <a:xfrm>
              <a:off x="308917" y="2418282"/>
              <a:ext cx="2958448" cy="1769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dirty="0"/>
            </a:p>
            <a:p>
              <a:pPr algn="ctr">
                <a:lnSpc>
                  <a:spcPct val="150000"/>
                </a:lnSpc>
              </a:pPr>
              <a:r>
                <a:rPr lang="it-IT" dirty="0" err="1"/>
                <a:t>Sogliatura</a:t>
              </a:r>
              <a:r>
                <a:rPr lang="it-IT" dirty="0"/>
                <a:t> Iterativa Adattiva:</a:t>
              </a:r>
            </a:p>
            <a:p>
              <a:pPr algn="ctr"/>
              <a:r>
                <a:rPr lang="it-IT" sz="1600" dirty="0"/>
                <a:t>superamento dei limiti del </a:t>
              </a:r>
              <a:r>
                <a:rPr lang="it-IT" sz="1600" dirty="0" err="1"/>
                <a:t>thresholding</a:t>
              </a:r>
              <a:r>
                <a:rPr lang="it-IT" sz="1600" dirty="0"/>
                <a:t> statico per una convergenza ottimale sui valori medi di intensità.</a:t>
              </a: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753A9138-6402-F2FD-BD60-89EB6827B393}"/>
              </a:ext>
            </a:extLst>
          </p:cNvPr>
          <p:cNvGrpSpPr/>
          <p:nvPr/>
        </p:nvGrpSpPr>
        <p:grpSpPr>
          <a:xfrm>
            <a:off x="8935716" y="1618047"/>
            <a:ext cx="2994342" cy="2526813"/>
            <a:chOff x="8936982" y="3967404"/>
            <a:chExt cx="2994342" cy="2526813"/>
          </a:xfrm>
        </p:grpSpPr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8991C0F8-AA5D-8BA4-A438-884D363B23CA}"/>
                </a:ext>
              </a:extLst>
            </p:cNvPr>
            <p:cNvSpPr/>
            <p:nvPr/>
          </p:nvSpPr>
          <p:spPr>
            <a:xfrm>
              <a:off x="8985583" y="3967404"/>
              <a:ext cx="2880320" cy="2491837"/>
            </a:xfrm>
            <a:prstGeom prst="rect">
              <a:avLst/>
            </a:prstGeom>
            <a:solidFill>
              <a:srgbClr val="C29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B03EEDBA-687F-8A8B-6A04-E480F9CA2D85}"/>
                </a:ext>
              </a:extLst>
            </p:cNvPr>
            <p:cNvSpPr/>
            <p:nvPr/>
          </p:nvSpPr>
          <p:spPr>
            <a:xfrm>
              <a:off x="10033541" y="4127923"/>
              <a:ext cx="796978" cy="710671"/>
            </a:xfrm>
            <a:prstGeom prst="rect">
              <a:avLst/>
            </a:prstGeom>
            <a:solidFill>
              <a:srgbClr val="9851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8" name="TextBox 19">
              <a:extLst>
                <a:ext uri="{FF2B5EF4-FFF2-40B4-BE49-F238E27FC236}">
                  <a16:creationId xmlns:a16="http://schemas.microsoft.com/office/drawing/2014/main" id="{F6F75453-6053-546B-8CB9-76E87F2C3599}"/>
                </a:ext>
              </a:extLst>
            </p:cNvPr>
            <p:cNvSpPr txBox="1"/>
            <p:nvPr/>
          </p:nvSpPr>
          <p:spPr>
            <a:xfrm>
              <a:off x="8936982" y="4709113"/>
              <a:ext cx="2994342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sz="2000" dirty="0"/>
                <a:t>Analisi dei Contorni:</a:t>
              </a:r>
            </a:p>
            <a:p>
              <a:pPr algn="ctr"/>
              <a:r>
                <a:rPr lang="it-IT" sz="1600" dirty="0"/>
                <a:t>l'estrazione del Gradiente Morfologico e l'assottigliamento topologico (</a:t>
              </a:r>
              <a:r>
                <a:rPr lang="it-IT" sz="1600" dirty="0" err="1"/>
                <a:t>Thinning</a:t>
              </a:r>
              <a:r>
                <a:rPr lang="it-IT" sz="1600" dirty="0"/>
                <a:t>) per il soddisfacimento del criterio di risposta minima.</a:t>
              </a:r>
            </a:p>
          </p:txBody>
        </p:sp>
      </p:grpSp>
      <p:grpSp>
        <p:nvGrpSpPr>
          <p:cNvPr id="82" name="Gruppo 81">
            <a:extLst>
              <a:ext uri="{FF2B5EF4-FFF2-40B4-BE49-F238E27FC236}">
                <a16:creationId xmlns:a16="http://schemas.microsoft.com/office/drawing/2014/main" id="{66195C7E-9C64-67DC-5B96-899DA5A728C4}"/>
              </a:ext>
            </a:extLst>
          </p:cNvPr>
          <p:cNvGrpSpPr/>
          <p:nvPr/>
        </p:nvGrpSpPr>
        <p:grpSpPr>
          <a:xfrm>
            <a:off x="4596388" y="1612210"/>
            <a:ext cx="2994341" cy="2509714"/>
            <a:chOff x="6049174" y="3266954"/>
            <a:chExt cx="2994341" cy="2509714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8B0A81AA-7C97-E47D-3C5A-AD33E9C96FB1}"/>
                </a:ext>
              </a:extLst>
            </p:cNvPr>
            <p:cNvSpPr/>
            <p:nvPr/>
          </p:nvSpPr>
          <p:spPr>
            <a:xfrm>
              <a:off x="6112390" y="3266954"/>
              <a:ext cx="2880320" cy="2491837"/>
            </a:xfrm>
            <a:prstGeom prst="rect">
              <a:avLst/>
            </a:prstGeom>
            <a:solidFill>
              <a:srgbClr val="C29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A5FA1467-7841-6A61-7F4A-4CB471992439}"/>
                </a:ext>
              </a:extLst>
            </p:cNvPr>
            <p:cNvSpPr/>
            <p:nvPr/>
          </p:nvSpPr>
          <p:spPr>
            <a:xfrm>
              <a:off x="7150713" y="3417252"/>
              <a:ext cx="796978" cy="710671"/>
            </a:xfrm>
            <a:prstGeom prst="rect">
              <a:avLst/>
            </a:prstGeom>
            <a:solidFill>
              <a:srgbClr val="9851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2" name="TextBox 19">
              <a:extLst>
                <a:ext uri="{FF2B5EF4-FFF2-40B4-BE49-F238E27FC236}">
                  <a16:creationId xmlns:a16="http://schemas.microsoft.com/office/drawing/2014/main" id="{E64AEBEA-8736-24F0-8EB8-29A8CF9A6DAD}"/>
                </a:ext>
              </a:extLst>
            </p:cNvPr>
            <p:cNvSpPr txBox="1"/>
            <p:nvPr/>
          </p:nvSpPr>
          <p:spPr>
            <a:xfrm>
              <a:off x="6049174" y="4037730"/>
              <a:ext cx="2994341" cy="1738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dirty="0"/>
                <a:t>Ricostruzione Morfologica:</a:t>
              </a:r>
            </a:p>
            <a:p>
              <a:pPr algn="ctr"/>
              <a:r>
                <a:rPr lang="it-IT" sz="1600" dirty="0"/>
                <a:t>l’approccio marker-</a:t>
              </a:r>
              <a:r>
                <a:rPr lang="it-IT" sz="1600" dirty="0" err="1"/>
                <a:t>controlled</a:t>
              </a:r>
              <a:r>
                <a:rPr lang="it-IT" sz="1600" dirty="0"/>
                <a:t> per integrare </a:t>
              </a:r>
              <a:r>
                <a:rPr lang="it-IT" sz="1600" dirty="0" err="1"/>
                <a:t>sogliatura</a:t>
              </a:r>
              <a:r>
                <a:rPr lang="it-IT" sz="1600" dirty="0"/>
                <a:t> di Otsu locale e crescita geodetica per la segmentazione precisa del tumore.</a:t>
              </a:r>
            </a:p>
          </p:txBody>
        </p:sp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81DB5F30-D18A-6320-9706-F968EAFFD3D1}"/>
              </a:ext>
            </a:extLst>
          </p:cNvPr>
          <p:cNvGrpSpPr/>
          <p:nvPr/>
        </p:nvGrpSpPr>
        <p:grpSpPr>
          <a:xfrm>
            <a:off x="2451613" y="4269206"/>
            <a:ext cx="2965852" cy="2491837"/>
            <a:chOff x="3194697" y="2556283"/>
            <a:chExt cx="2965852" cy="2491837"/>
          </a:xfrm>
        </p:grpSpPr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DF4C9972-5739-0F50-4E65-EECA6892CE87}"/>
                </a:ext>
              </a:extLst>
            </p:cNvPr>
            <p:cNvSpPr/>
            <p:nvPr/>
          </p:nvSpPr>
          <p:spPr>
            <a:xfrm>
              <a:off x="3232070" y="2556283"/>
              <a:ext cx="2880320" cy="2491837"/>
            </a:xfrm>
            <a:prstGeom prst="rect">
              <a:avLst/>
            </a:prstGeom>
            <a:solidFill>
              <a:srgbClr val="C299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0ACAB822-DE9B-EE93-2515-AEA639302785}"/>
                </a:ext>
              </a:extLst>
            </p:cNvPr>
            <p:cNvSpPr/>
            <p:nvPr/>
          </p:nvSpPr>
          <p:spPr>
            <a:xfrm>
              <a:off x="4277089" y="2718329"/>
              <a:ext cx="796978" cy="710671"/>
            </a:xfrm>
            <a:prstGeom prst="rect">
              <a:avLst/>
            </a:prstGeom>
            <a:solidFill>
              <a:srgbClr val="9851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EAF57534-67CE-9BBB-A5E8-40D7FFD8DFCC}"/>
                </a:ext>
              </a:extLst>
            </p:cNvPr>
            <p:cNvSpPr txBox="1"/>
            <p:nvPr/>
          </p:nvSpPr>
          <p:spPr>
            <a:xfrm>
              <a:off x="3194697" y="3422678"/>
              <a:ext cx="2965852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it-IT" dirty="0" err="1"/>
                <a:t>Skull</a:t>
              </a:r>
              <a:r>
                <a:rPr lang="it-IT" dirty="0"/>
                <a:t> Stripping:</a:t>
              </a:r>
            </a:p>
            <a:p>
              <a:pPr algn="ctr"/>
              <a:r>
                <a:rPr lang="it-IT" sz="1600" dirty="0"/>
                <a:t>l’utilizzo dell'erosione massiccia per la soppressione del cranio e l'isolamento del nucleo cerebrale (Inner Core).</a:t>
              </a:r>
            </a:p>
          </p:txBody>
        </p:sp>
      </p:grpSp>
      <p:pic>
        <p:nvPicPr>
          <p:cNvPr id="32" name="Immagine 31">
            <a:extLst>
              <a:ext uri="{FF2B5EF4-FFF2-40B4-BE49-F238E27FC236}">
                <a16:creationId xmlns:a16="http://schemas.microsoft.com/office/drawing/2014/main" id="{785C7EF2-2EEC-0EFE-31B3-37084E8316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087" y="1872496"/>
            <a:ext cx="552779" cy="552779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36E3794F-7233-8272-5AA2-7E441903C4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54" y="1788156"/>
            <a:ext cx="609685" cy="609685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87261046-7DE7-8E55-98D7-3D8D12B2F6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303" y="4492653"/>
            <a:ext cx="609685" cy="609685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D819D365-C50D-0936-D7B5-909489602B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157" y="1821438"/>
            <a:ext cx="609685" cy="609685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4E4A1357-7A3E-2BB0-E0D3-9B27346153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551" y="4492653"/>
            <a:ext cx="609685" cy="609685"/>
          </a:xfrm>
          <a:prstGeom prst="rect">
            <a:avLst/>
          </a:prstGeom>
        </p:spPr>
      </p:pic>
      <p:grpSp>
        <p:nvGrpSpPr>
          <p:cNvPr id="100" name="Gruppo 99">
            <a:extLst>
              <a:ext uri="{FF2B5EF4-FFF2-40B4-BE49-F238E27FC236}">
                <a16:creationId xmlns:a16="http://schemas.microsoft.com/office/drawing/2014/main" id="{89CB3A77-AE69-ED85-FD51-AB027E21E1D2}"/>
              </a:ext>
            </a:extLst>
          </p:cNvPr>
          <p:cNvGrpSpPr/>
          <p:nvPr/>
        </p:nvGrpSpPr>
        <p:grpSpPr>
          <a:xfrm>
            <a:off x="1922888" y="374431"/>
            <a:ext cx="1646014" cy="1164877"/>
            <a:chOff x="2070551" y="298458"/>
            <a:chExt cx="1646014" cy="1164877"/>
          </a:xfrm>
        </p:grpSpPr>
        <p:sp>
          <p:nvSpPr>
            <p:cNvPr id="101" name="Isosceles Triangle 70">
              <a:extLst>
                <a:ext uri="{FF2B5EF4-FFF2-40B4-BE49-F238E27FC236}">
                  <a16:creationId xmlns:a16="http://schemas.microsoft.com/office/drawing/2014/main" id="{728DC91B-76CD-DC23-9E29-D454086C81A4}"/>
                </a:ext>
              </a:extLst>
            </p:cNvPr>
            <p:cNvSpPr/>
            <p:nvPr/>
          </p:nvSpPr>
          <p:spPr>
            <a:xfrm rot="10800000">
              <a:off x="2070551" y="653334"/>
              <a:ext cx="1646014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02" name="Rectangle 62">
              <a:extLst>
                <a:ext uri="{FF2B5EF4-FFF2-40B4-BE49-F238E27FC236}">
                  <a16:creationId xmlns:a16="http://schemas.microsoft.com/office/drawing/2014/main" id="{28527852-5E80-1DA8-306F-D07E0D1789B1}"/>
                </a:ext>
              </a:extLst>
            </p:cNvPr>
            <p:cNvSpPr/>
            <p:nvPr/>
          </p:nvSpPr>
          <p:spPr>
            <a:xfrm rot="2700000">
              <a:off x="2484312" y="331926"/>
              <a:ext cx="782443" cy="715508"/>
            </a:xfrm>
            <a:prstGeom prst="rect">
              <a:avLst/>
            </a:prstGeom>
            <a:gradFill flip="none" rotWithShape="1">
              <a:gsLst>
                <a:gs pos="19000">
                  <a:srgbClr val="AD5D9F"/>
                </a:gs>
                <a:gs pos="63700">
                  <a:srgbClr val="8C4B80"/>
                </a:gs>
                <a:gs pos="0">
                  <a:srgbClr val="B461A5"/>
                </a:gs>
                <a:gs pos="100000">
                  <a:srgbClr val="753F6B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03" name="TextBox 17">
              <a:extLst>
                <a:ext uri="{FF2B5EF4-FFF2-40B4-BE49-F238E27FC236}">
                  <a16:creationId xmlns:a16="http://schemas.microsoft.com/office/drawing/2014/main" id="{216BEC75-9A39-2493-BA33-83A4EC9AD508}"/>
                </a:ext>
              </a:extLst>
            </p:cNvPr>
            <p:cNvSpPr txBox="1"/>
            <p:nvPr/>
          </p:nvSpPr>
          <p:spPr>
            <a:xfrm>
              <a:off x="2449262" y="311964"/>
              <a:ext cx="8230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FE5CA0D9-E35C-CCB5-3355-ABFB8DC6CFB0}"/>
              </a:ext>
            </a:extLst>
          </p:cNvPr>
          <p:cNvGrpSpPr/>
          <p:nvPr/>
        </p:nvGrpSpPr>
        <p:grpSpPr>
          <a:xfrm flipV="1">
            <a:off x="3516648" y="3020597"/>
            <a:ext cx="1118655" cy="1242385"/>
            <a:chOff x="1091046" y="4104048"/>
            <a:chExt cx="1362523" cy="1513226"/>
          </a:xfrm>
        </p:grpSpPr>
        <p:sp>
          <p:nvSpPr>
            <p:cNvPr id="31" name="Freccia a destra 30">
              <a:extLst>
                <a:ext uri="{FF2B5EF4-FFF2-40B4-BE49-F238E27FC236}">
                  <a16:creationId xmlns:a16="http://schemas.microsoft.com/office/drawing/2014/main" id="{A789E873-A16F-4356-33B4-AB3AE06A4E97}"/>
                </a:ext>
              </a:extLst>
            </p:cNvPr>
            <p:cNvSpPr/>
            <p:nvPr/>
          </p:nvSpPr>
          <p:spPr>
            <a:xfrm>
              <a:off x="1091047" y="5010753"/>
              <a:ext cx="1362522" cy="606521"/>
            </a:xfrm>
            <a:prstGeom prst="rightArrow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3" name="Rettangolo 32">
              <a:extLst>
                <a:ext uri="{FF2B5EF4-FFF2-40B4-BE49-F238E27FC236}">
                  <a16:creationId xmlns:a16="http://schemas.microsoft.com/office/drawing/2014/main" id="{38BDDEEC-88EF-F97D-D361-2693293E9693}"/>
                </a:ext>
              </a:extLst>
            </p:cNvPr>
            <p:cNvSpPr/>
            <p:nvPr/>
          </p:nvSpPr>
          <p:spPr>
            <a:xfrm rot="5400000">
              <a:off x="706791" y="4488303"/>
              <a:ext cx="1067537" cy="299027"/>
            </a:xfrm>
            <a:prstGeom prst="rect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8C9C5538-BD16-1CB6-2AF3-7D8AE200948A}"/>
              </a:ext>
            </a:extLst>
          </p:cNvPr>
          <p:cNvGrpSpPr/>
          <p:nvPr/>
        </p:nvGrpSpPr>
        <p:grpSpPr>
          <a:xfrm>
            <a:off x="5768577" y="4103332"/>
            <a:ext cx="1118655" cy="1242385"/>
            <a:chOff x="1091046" y="4104048"/>
            <a:chExt cx="1362523" cy="1513226"/>
          </a:xfrm>
        </p:grpSpPr>
        <p:sp>
          <p:nvSpPr>
            <p:cNvPr id="36" name="Freccia a destra 35">
              <a:extLst>
                <a:ext uri="{FF2B5EF4-FFF2-40B4-BE49-F238E27FC236}">
                  <a16:creationId xmlns:a16="http://schemas.microsoft.com/office/drawing/2014/main" id="{B3010648-B95C-C53A-94B5-6FF4D5F015C5}"/>
                </a:ext>
              </a:extLst>
            </p:cNvPr>
            <p:cNvSpPr/>
            <p:nvPr/>
          </p:nvSpPr>
          <p:spPr>
            <a:xfrm>
              <a:off x="1091047" y="5010753"/>
              <a:ext cx="1362522" cy="606521"/>
            </a:xfrm>
            <a:prstGeom prst="rightArrow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EF28F874-9A81-B60E-79A6-71872373CB00}"/>
                </a:ext>
              </a:extLst>
            </p:cNvPr>
            <p:cNvSpPr/>
            <p:nvPr/>
          </p:nvSpPr>
          <p:spPr>
            <a:xfrm rot="5400000">
              <a:off x="706791" y="4488303"/>
              <a:ext cx="1067537" cy="299027"/>
            </a:xfrm>
            <a:prstGeom prst="rect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A8196217-D498-5BC0-8257-7CF096C990C5}"/>
              </a:ext>
            </a:extLst>
          </p:cNvPr>
          <p:cNvGrpSpPr/>
          <p:nvPr/>
        </p:nvGrpSpPr>
        <p:grpSpPr>
          <a:xfrm flipV="1">
            <a:off x="7853746" y="3020597"/>
            <a:ext cx="1118655" cy="1242385"/>
            <a:chOff x="1091046" y="4104048"/>
            <a:chExt cx="1362523" cy="1513226"/>
          </a:xfrm>
        </p:grpSpPr>
        <p:sp>
          <p:nvSpPr>
            <p:cNvPr id="41" name="Freccia a destra 40">
              <a:extLst>
                <a:ext uri="{FF2B5EF4-FFF2-40B4-BE49-F238E27FC236}">
                  <a16:creationId xmlns:a16="http://schemas.microsoft.com/office/drawing/2014/main" id="{89417719-62B7-1DAF-8063-A9A9C5D0056F}"/>
                </a:ext>
              </a:extLst>
            </p:cNvPr>
            <p:cNvSpPr/>
            <p:nvPr/>
          </p:nvSpPr>
          <p:spPr>
            <a:xfrm>
              <a:off x="1091047" y="5010753"/>
              <a:ext cx="1362522" cy="606521"/>
            </a:xfrm>
            <a:prstGeom prst="rightArrow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A14B2649-07C8-36AA-D72C-F799FA4799B5}"/>
                </a:ext>
              </a:extLst>
            </p:cNvPr>
            <p:cNvSpPr/>
            <p:nvPr/>
          </p:nvSpPr>
          <p:spPr>
            <a:xfrm rot="5400000">
              <a:off x="706791" y="4488303"/>
              <a:ext cx="1067537" cy="299027"/>
            </a:xfrm>
            <a:prstGeom prst="rect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DA98C5F5-A35D-33FB-19E0-C1E213A206A4}"/>
              </a:ext>
            </a:extLst>
          </p:cNvPr>
          <p:cNvGrpSpPr/>
          <p:nvPr/>
        </p:nvGrpSpPr>
        <p:grpSpPr>
          <a:xfrm>
            <a:off x="1360298" y="4112092"/>
            <a:ext cx="1118655" cy="1242385"/>
            <a:chOff x="1091046" y="4104048"/>
            <a:chExt cx="1362523" cy="1513226"/>
          </a:xfrm>
        </p:grpSpPr>
        <p:sp>
          <p:nvSpPr>
            <p:cNvPr id="45" name="Freccia a destra 44">
              <a:extLst>
                <a:ext uri="{FF2B5EF4-FFF2-40B4-BE49-F238E27FC236}">
                  <a16:creationId xmlns:a16="http://schemas.microsoft.com/office/drawing/2014/main" id="{830BB287-C338-EE30-18E3-1D6C97DE98D6}"/>
                </a:ext>
              </a:extLst>
            </p:cNvPr>
            <p:cNvSpPr/>
            <p:nvPr/>
          </p:nvSpPr>
          <p:spPr>
            <a:xfrm>
              <a:off x="1091047" y="5010753"/>
              <a:ext cx="1362522" cy="606521"/>
            </a:xfrm>
            <a:prstGeom prst="rightArrow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F9F7D70D-EE60-F6A7-BEDE-3B3BAF5FC986}"/>
                </a:ext>
              </a:extLst>
            </p:cNvPr>
            <p:cNvSpPr/>
            <p:nvPr/>
          </p:nvSpPr>
          <p:spPr>
            <a:xfrm rot="5400000">
              <a:off x="706791" y="4488303"/>
              <a:ext cx="1067537" cy="299027"/>
            </a:xfrm>
            <a:prstGeom prst="rect">
              <a:avLst/>
            </a:prstGeom>
            <a:solidFill>
              <a:srgbClr val="98518B"/>
            </a:solidFill>
            <a:ln>
              <a:solidFill>
                <a:srgbClr val="9851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236692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D993-360D-9A51-2234-84800377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E4A3834F-75F4-A27F-5DA4-70FEB5597A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98197B3B-B356-8D44-0BD8-49EA1ACA8C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FAEA9A5A-23F2-5B41-BAAA-10DA494CD6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9F15B611-ADF1-EA57-0D67-049EA281EEC2}"/>
              </a:ext>
            </a:extLst>
          </p:cNvPr>
          <p:cNvSpPr txBox="1"/>
          <p:nvPr/>
        </p:nvSpPr>
        <p:spPr>
          <a:xfrm>
            <a:off x="2878447" y="70384"/>
            <a:ext cx="7963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dirty="0" err="1">
                <a:solidFill>
                  <a:srgbClr val="98518B"/>
                </a:solidFill>
                <a:cs typeface="Calibri"/>
                <a:sym typeface="Calibri"/>
                <a:rtl val="0"/>
              </a:rPr>
              <a:t>Chosen</a:t>
            </a:r>
            <a:r>
              <a:rPr lang="it-IT" sz="4000" b="1" i="1" dirty="0">
                <a:solidFill>
                  <a:srgbClr val="98518B"/>
                </a:solidFill>
                <a:cs typeface="Calibri"/>
                <a:sym typeface="Calibri"/>
                <a:rtl val="0"/>
              </a:rPr>
              <a:t> Solution: Struttura del </a:t>
            </a:r>
            <a:r>
              <a:rPr lang="it-IT" sz="4000" b="1" i="1" dirty="0" err="1">
                <a:solidFill>
                  <a:srgbClr val="98518B"/>
                </a:solidFill>
                <a:cs typeface="Calibri"/>
                <a:sym typeface="Calibri"/>
                <a:rtl val="0"/>
              </a:rPr>
              <a:t>Main</a:t>
            </a:r>
            <a:r>
              <a:rPr lang="it-IT" sz="4000" b="1" i="1" dirty="0">
                <a:solidFill>
                  <a:srgbClr val="98518B"/>
                </a:solidFill>
                <a:cs typeface="Calibri"/>
                <a:sym typeface="Calibri"/>
                <a:rtl val="0"/>
              </a:rPr>
              <a:t> e Script di Visualizzazione</a:t>
            </a:r>
          </a:p>
        </p:txBody>
      </p: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1FB94718-8C1E-64C7-3180-1114A4C366A0}"/>
              </a:ext>
            </a:extLst>
          </p:cNvPr>
          <p:cNvGrpSpPr/>
          <p:nvPr/>
        </p:nvGrpSpPr>
        <p:grpSpPr>
          <a:xfrm>
            <a:off x="1262831" y="349013"/>
            <a:ext cx="1646014" cy="1114322"/>
            <a:chOff x="1323791" y="349013"/>
            <a:chExt cx="1646014" cy="1114322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D11C3845-BBD2-0BB1-8EA7-89123F6924FA}"/>
                </a:ext>
              </a:extLst>
            </p:cNvPr>
            <p:cNvSpPr/>
            <p:nvPr/>
          </p:nvSpPr>
          <p:spPr>
            <a:xfrm rot="10800000">
              <a:off x="1323791" y="653334"/>
              <a:ext cx="1646014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1" name="Rectangle 62">
              <a:extLst>
                <a:ext uri="{FF2B5EF4-FFF2-40B4-BE49-F238E27FC236}">
                  <a16:creationId xmlns:a16="http://schemas.microsoft.com/office/drawing/2014/main" id="{20A68D9C-1758-2A87-A870-07A532D0B457}"/>
                </a:ext>
              </a:extLst>
            </p:cNvPr>
            <p:cNvSpPr/>
            <p:nvPr/>
          </p:nvSpPr>
          <p:spPr>
            <a:xfrm rot="2700000">
              <a:off x="1807796" y="382481"/>
              <a:ext cx="782443" cy="715508"/>
            </a:xfrm>
            <a:prstGeom prst="rect">
              <a:avLst/>
            </a:prstGeom>
            <a:gradFill flip="none" rotWithShape="1">
              <a:gsLst>
                <a:gs pos="19000">
                  <a:srgbClr val="AD5D9F"/>
                </a:gs>
                <a:gs pos="63700">
                  <a:srgbClr val="8C4B80"/>
                </a:gs>
                <a:gs pos="0">
                  <a:srgbClr val="B461A5"/>
                </a:gs>
                <a:gs pos="100000">
                  <a:srgbClr val="753F6B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B5F9A88C-BEC9-3E95-940F-BAD500EEA857}"/>
                </a:ext>
              </a:extLst>
            </p:cNvPr>
            <p:cNvSpPr txBox="1"/>
            <p:nvPr/>
          </p:nvSpPr>
          <p:spPr>
            <a:xfrm>
              <a:off x="1778443" y="362627"/>
              <a:ext cx="8230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9AF7616-25EC-AD4A-8853-87FEF82E76AD}"/>
              </a:ext>
            </a:extLst>
          </p:cNvPr>
          <p:cNvSpPr/>
          <p:nvPr/>
        </p:nvSpPr>
        <p:spPr>
          <a:xfrm>
            <a:off x="308924" y="1583365"/>
            <a:ext cx="3624944" cy="1151961"/>
          </a:xfrm>
          <a:prstGeom prst="roundRect">
            <a:avLst>
              <a:gd name="adj" fmla="val 5092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5E73BD3-E8CF-56E8-311F-F3668ED9EF1E}"/>
              </a:ext>
            </a:extLst>
          </p:cNvPr>
          <p:cNvSpPr txBox="1"/>
          <p:nvPr/>
        </p:nvSpPr>
        <p:spPr>
          <a:xfrm>
            <a:off x="431492" y="1687163"/>
            <a:ext cx="2830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Fase 1 (Inizializzazione):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566018C-8898-EF01-2286-A04F368A1C87}"/>
              </a:ext>
            </a:extLst>
          </p:cNvPr>
          <p:cNvSpPr txBox="1"/>
          <p:nvPr/>
        </p:nvSpPr>
        <p:spPr>
          <a:xfrm>
            <a:off x="394992" y="2013493"/>
            <a:ext cx="3490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Caricamento automatico del dataset e delle maschere Ground Truth.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DD40FCCF-AEAF-5F84-CE22-4C310CC580CE}"/>
              </a:ext>
            </a:extLst>
          </p:cNvPr>
          <p:cNvSpPr/>
          <p:nvPr/>
        </p:nvSpPr>
        <p:spPr>
          <a:xfrm>
            <a:off x="308924" y="3150320"/>
            <a:ext cx="3624944" cy="1677079"/>
          </a:xfrm>
          <a:prstGeom prst="roundRect">
            <a:avLst>
              <a:gd name="adj" fmla="val 5092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375D9FD-2EFE-92D3-A689-4D8FCF726290}"/>
              </a:ext>
            </a:extLst>
          </p:cNvPr>
          <p:cNvSpPr txBox="1"/>
          <p:nvPr/>
        </p:nvSpPr>
        <p:spPr>
          <a:xfrm>
            <a:off x="431492" y="3254119"/>
            <a:ext cx="3413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Fase 6 (Data Storage e Salvataggio):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4155CA6-BB6A-EB36-B54D-B2A6D5705280}"/>
              </a:ext>
            </a:extLst>
          </p:cNvPr>
          <p:cNvSpPr txBox="1"/>
          <p:nvPr/>
        </p:nvSpPr>
        <p:spPr>
          <a:xfrm>
            <a:off x="420004" y="3882653"/>
            <a:ext cx="3502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Salvataggio delle metriche in una struttura (</a:t>
            </a:r>
            <a:r>
              <a:rPr lang="it-IT" sz="1600" dirty="0" err="1">
                <a:highlight>
                  <a:srgbClr val="C0C0C0"/>
                </a:highlight>
                <a:latin typeface="Consolas" panose="020B0609020204030204" pitchFamily="49" charset="0"/>
              </a:rPr>
              <a:t>struct</a:t>
            </a:r>
            <a:r>
              <a:rPr lang="it-IT" sz="1600" dirty="0"/>
              <a:t>) per successive elaborazioni, modularità garantita.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B010EC-3DBB-4FAD-2FF5-9A6CBE1A88B1}"/>
              </a:ext>
            </a:extLst>
          </p:cNvPr>
          <p:cNvSpPr/>
          <p:nvPr/>
        </p:nvSpPr>
        <p:spPr>
          <a:xfrm>
            <a:off x="4227988" y="1577479"/>
            <a:ext cx="3624944" cy="1151961"/>
          </a:xfrm>
          <a:prstGeom prst="roundRect">
            <a:avLst>
              <a:gd name="adj" fmla="val 5092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E31A17B-0383-4E6B-4F63-CEF0F8D0E897}"/>
              </a:ext>
            </a:extLst>
          </p:cNvPr>
          <p:cNvSpPr txBox="1"/>
          <p:nvPr/>
        </p:nvSpPr>
        <p:spPr>
          <a:xfrm>
            <a:off x="4350554" y="1622099"/>
            <a:ext cx="2140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Fase 2 (Modulo A): </a:t>
            </a:r>
            <a:endParaRPr lang="it-IT" dirty="0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A3B8A44-08E5-7570-6AC2-25F068E27DA2}"/>
              </a:ext>
            </a:extLst>
          </p:cNvPr>
          <p:cNvSpPr txBox="1"/>
          <p:nvPr/>
        </p:nvSpPr>
        <p:spPr>
          <a:xfrm>
            <a:off x="4350555" y="1907786"/>
            <a:ext cx="3172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Richiamo della funzione di </a:t>
            </a:r>
            <a:r>
              <a:rPr lang="it-IT" sz="1600" dirty="0" err="1"/>
              <a:t>Pre</a:t>
            </a:r>
            <a:r>
              <a:rPr lang="it-IT" sz="1600" dirty="0"/>
              <a:t>-processing ed enfatizzazione del contrasto. Profilazione attiva.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AA2C1FB5-37C1-3CFC-3EE6-31E9AD1F9229}"/>
              </a:ext>
            </a:extLst>
          </p:cNvPr>
          <p:cNvSpPr/>
          <p:nvPr/>
        </p:nvSpPr>
        <p:spPr>
          <a:xfrm>
            <a:off x="8147052" y="1577479"/>
            <a:ext cx="3624944" cy="1151961"/>
          </a:xfrm>
          <a:prstGeom prst="roundRect">
            <a:avLst>
              <a:gd name="adj" fmla="val 5092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7BA730A-AFDA-1DA1-677D-018EBFD14456}"/>
              </a:ext>
            </a:extLst>
          </p:cNvPr>
          <p:cNvSpPr txBox="1"/>
          <p:nvPr/>
        </p:nvSpPr>
        <p:spPr>
          <a:xfrm>
            <a:off x="8269619" y="1681277"/>
            <a:ext cx="241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Fase 3 (Modulo B):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9BA08310-2196-1A47-6394-BD1162A2AF52}"/>
              </a:ext>
            </a:extLst>
          </p:cNvPr>
          <p:cNvSpPr txBox="1"/>
          <p:nvPr/>
        </p:nvSpPr>
        <p:spPr>
          <a:xfrm>
            <a:off x="8269620" y="2004479"/>
            <a:ext cx="3502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Esecuzione della segmentazione morfologica, anch'essa profilata. </a:t>
            </a:r>
          </a:p>
          <a:p>
            <a:endParaRPr lang="it-IT" dirty="0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9679DB30-6DC4-19B4-B9F2-2E669CFDF585}"/>
              </a:ext>
            </a:extLst>
          </p:cNvPr>
          <p:cNvSpPr/>
          <p:nvPr/>
        </p:nvSpPr>
        <p:spPr>
          <a:xfrm>
            <a:off x="3844558" y="2050609"/>
            <a:ext cx="521721" cy="173205"/>
          </a:xfrm>
          <a:prstGeom prst="rightArrow">
            <a:avLst/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7EA71BAF-0F0D-AB5A-01AB-871046827655}"/>
              </a:ext>
            </a:extLst>
          </p:cNvPr>
          <p:cNvSpPr/>
          <p:nvPr/>
        </p:nvSpPr>
        <p:spPr>
          <a:xfrm>
            <a:off x="7784405" y="2081464"/>
            <a:ext cx="521721" cy="173205"/>
          </a:xfrm>
          <a:prstGeom prst="rightArrow">
            <a:avLst/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0E99D07-67BE-1D91-9CD3-4B5CE1E94F4C}"/>
              </a:ext>
            </a:extLst>
          </p:cNvPr>
          <p:cNvSpPr/>
          <p:nvPr/>
        </p:nvSpPr>
        <p:spPr>
          <a:xfrm>
            <a:off x="4227988" y="3151725"/>
            <a:ext cx="3624944" cy="1693922"/>
          </a:xfrm>
          <a:prstGeom prst="roundRect">
            <a:avLst>
              <a:gd name="adj" fmla="val 5092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88470B1-8F4E-D3C2-2517-7E3E3E8CAA89}"/>
              </a:ext>
            </a:extLst>
          </p:cNvPr>
          <p:cNvSpPr txBox="1"/>
          <p:nvPr/>
        </p:nvSpPr>
        <p:spPr>
          <a:xfrm>
            <a:off x="4350555" y="3255523"/>
            <a:ext cx="3502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Fase 5 (Estrazione delle Feature Cliniche):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7B4DF6D-5E12-1DF0-93E7-4A9A99DAD87E}"/>
              </a:ext>
            </a:extLst>
          </p:cNvPr>
          <p:cNvSpPr txBox="1"/>
          <p:nvPr/>
        </p:nvSpPr>
        <p:spPr>
          <a:xfrm>
            <a:off x="4261076" y="3831190"/>
            <a:ext cx="4006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Utilizzo degli strumenti di </a:t>
            </a:r>
            <a:r>
              <a:rPr lang="it-IT" dirty="0" err="1"/>
              <a:t>Region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 per la visualizzazione spaziale della massa tumorale. 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67086358-06FD-8113-21CC-3702D6D99338}"/>
              </a:ext>
            </a:extLst>
          </p:cNvPr>
          <p:cNvSpPr/>
          <p:nvPr/>
        </p:nvSpPr>
        <p:spPr>
          <a:xfrm>
            <a:off x="8147052" y="3145848"/>
            <a:ext cx="3624944" cy="1681552"/>
          </a:xfrm>
          <a:prstGeom prst="roundRect">
            <a:avLst>
              <a:gd name="adj" fmla="val 5092"/>
            </a:avLst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6048ACE-DB20-E8BD-1D51-DE2DA10D6A81}"/>
              </a:ext>
            </a:extLst>
          </p:cNvPr>
          <p:cNvSpPr txBox="1"/>
          <p:nvPr/>
        </p:nvSpPr>
        <p:spPr>
          <a:xfrm>
            <a:off x="8269620" y="3229982"/>
            <a:ext cx="3490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Fase 4 (Valutazione e Analisi dei Contorni):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29543A6-08FD-BAD2-3CBE-C1B26E16301E}"/>
              </a:ext>
            </a:extLst>
          </p:cNvPr>
          <p:cNvSpPr txBox="1"/>
          <p:nvPr/>
        </p:nvSpPr>
        <p:spPr>
          <a:xfrm>
            <a:off x="8268481" y="3768429"/>
            <a:ext cx="3490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Analisi comparativa tra il Gradiente Morfologico e il rivelatore di </a:t>
            </a:r>
            <a:r>
              <a:rPr lang="it-IT" sz="1600" dirty="0" err="1"/>
              <a:t>Canny</a:t>
            </a:r>
            <a:r>
              <a:rPr lang="it-IT" sz="1600" dirty="0"/>
              <a:t> per la dimostrazione matematica della robustezza dell'algoritmo.</a:t>
            </a:r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3E1919DC-98F3-BF0D-8634-CC307DD93C33}"/>
              </a:ext>
            </a:extLst>
          </p:cNvPr>
          <p:cNvSpPr/>
          <p:nvPr/>
        </p:nvSpPr>
        <p:spPr>
          <a:xfrm rot="5400000">
            <a:off x="9620789" y="2901352"/>
            <a:ext cx="677468" cy="194823"/>
          </a:xfrm>
          <a:prstGeom prst="rightArrow">
            <a:avLst/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CF2434CE-F2B0-838A-69ED-0B927CB30DF4}"/>
              </a:ext>
            </a:extLst>
          </p:cNvPr>
          <p:cNvSpPr/>
          <p:nvPr/>
        </p:nvSpPr>
        <p:spPr>
          <a:xfrm rot="10800000">
            <a:off x="7712089" y="3582476"/>
            <a:ext cx="521721" cy="173205"/>
          </a:xfrm>
          <a:prstGeom prst="rightArrow">
            <a:avLst/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5AF40730-BCFB-646C-3581-6753F5860103}"/>
              </a:ext>
            </a:extLst>
          </p:cNvPr>
          <p:cNvSpPr/>
          <p:nvPr/>
        </p:nvSpPr>
        <p:spPr>
          <a:xfrm rot="10800000">
            <a:off x="3777570" y="3618978"/>
            <a:ext cx="521721" cy="173205"/>
          </a:xfrm>
          <a:prstGeom prst="rightArrow">
            <a:avLst/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Trapezoid 7">
            <a:extLst>
              <a:ext uri="{FF2B5EF4-FFF2-40B4-BE49-F238E27FC236}">
                <a16:creationId xmlns:a16="http://schemas.microsoft.com/office/drawing/2014/main" id="{BDFDD0A9-ECBB-D102-0EB0-426E6F941581}"/>
              </a:ext>
            </a:extLst>
          </p:cNvPr>
          <p:cNvSpPr/>
          <p:nvPr/>
        </p:nvSpPr>
        <p:spPr>
          <a:xfrm rot="10800000">
            <a:off x="603697" y="5328597"/>
            <a:ext cx="3757207" cy="1184986"/>
          </a:xfrm>
          <a:prstGeom prst="trapezoid">
            <a:avLst>
              <a:gd name="adj" fmla="val 57060"/>
            </a:avLst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rapezoid 7">
            <a:extLst>
              <a:ext uri="{FF2B5EF4-FFF2-40B4-BE49-F238E27FC236}">
                <a16:creationId xmlns:a16="http://schemas.microsoft.com/office/drawing/2014/main" id="{7B903706-B75A-6DE9-6C6F-11B13524F7AE}"/>
              </a:ext>
            </a:extLst>
          </p:cNvPr>
          <p:cNvSpPr/>
          <p:nvPr/>
        </p:nvSpPr>
        <p:spPr>
          <a:xfrm>
            <a:off x="4161856" y="5532006"/>
            <a:ext cx="3757207" cy="1184986"/>
          </a:xfrm>
          <a:prstGeom prst="trapezoid">
            <a:avLst>
              <a:gd name="adj" fmla="val 57060"/>
            </a:avLst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Isosceles Triangle 8">
            <a:extLst>
              <a:ext uri="{FF2B5EF4-FFF2-40B4-BE49-F238E27FC236}">
                <a16:creationId xmlns:a16="http://schemas.microsoft.com/office/drawing/2014/main" id="{A44EBFCA-B406-28BC-EC22-16E3585BCB43}"/>
              </a:ext>
            </a:extLst>
          </p:cNvPr>
          <p:cNvSpPr/>
          <p:nvPr/>
        </p:nvSpPr>
        <p:spPr>
          <a:xfrm>
            <a:off x="4318861" y="6239428"/>
            <a:ext cx="3590731" cy="470667"/>
          </a:xfrm>
          <a:prstGeom prst="triangle">
            <a:avLst>
              <a:gd name="adj" fmla="val 9269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rapezoid 7">
            <a:extLst>
              <a:ext uri="{FF2B5EF4-FFF2-40B4-BE49-F238E27FC236}">
                <a16:creationId xmlns:a16="http://schemas.microsoft.com/office/drawing/2014/main" id="{DE6F169B-8FAA-D885-4AD8-E7247CA156A1}"/>
              </a:ext>
            </a:extLst>
          </p:cNvPr>
          <p:cNvSpPr/>
          <p:nvPr/>
        </p:nvSpPr>
        <p:spPr>
          <a:xfrm rot="10800000">
            <a:off x="7784405" y="5328597"/>
            <a:ext cx="3757207" cy="1184986"/>
          </a:xfrm>
          <a:prstGeom prst="trapezoid">
            <a:avLst>
              <a:gd name="adj" fmla="val 57060"/>
            </a:avLst>
          </a:prstGeom>
          <a:solidFill>
            <a:srgbClr val="9851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Isosceles Triangle 9">
            <a:extLst>
              <a:ext uri="{FF2B5EF4-FFF2-40B4-BE49-F238E27FC236}">
                <a16:creationId xmlns:a16="http://schemas.microsoft.com/office/drawing/2014/main" id="{D75A2669-8180-D243-CC18-6DA63019919F}"/>
              </a:ext>
            </a:extLst>
          </p:cNvPr>
          <p:cNvSpPr/>
          <p:nvPr/>
        </p:nvSpPr>
        <p:spPr>
          <a:xfrm rot="10800000" flipH="1">
            <a:off x="9305285" y="5328597"/>
            <a:ext cx="2236327" cy="380104"/>
          </a:xfrm>
          <a:prstGeom prst="triangle">
            <a:avLst>
              <a:gd name="adj" fmla="val 8968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Isosceles Triangle 9">
            <a:extLst>
              <a:ext uri="{FF2B5EF4-FFF2-40B4-BE49-F238E27FC236}">
                <a16:creationId xmlns:a16="http://schemas.microsoft.com/office/drawing/2014/main" id="{D921D8A1-8D2D-8EB9-3170-E98826B521A2}"/>
              </a:ext>
            </a:extLst>
          </p:cNvPr>
          <p:cNvSpPr/>
          <p:nvPr/>
        </p:nvSpPr>
        <p:spPr>
          <a:xfrm flipH="1" flipV="1">
            <a:off x="603697" y="5328598"/>
            <a:ext cx="2236327" cy="380104"/>
          </a:xfrm>
          <a:prstGeom prst="triangle">
            <a:avLst>
              <a:gd name="adj" fmla="val 8968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Isosceles Triangle 8">
            <a:extLst>
              <a:ext uri="{FF2B5EF4-FFF2-40B4-BE49-F238E27FC236}">
                <a16:creationId xmlns:a16="http://schemas.microsoft.com/office/drawing/2014/main" id="{368A9995-D0A5-3AAF-254A-68A49B454398}"/>
              </a:ext>
            </a:extLst>
          </p:cNvPr>
          <p:cNvSpPr/>
          <p:nvPr/>
        </p:nvSpPr>
        <p:spPr>
          <a:xfrm flipH="1">
            <a:off x="4166936" y="6237611"/>
            <a:ext cx="3590731" cy="470667"/>
          </a:xfrm>
          <a:prstGeom prst="triangle">
            <a:avLst>
              <a:gd name="adj" fmla="val 9269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1EB8231F-C569-0234-F61D-46DB8D80D48E}"/>
              </a:ext>
            </a:extLst>
          </p:cNvPr>
          <p:cNvSpPr txBox="1"/>
          <p:nvPr/>
        </p:nvSpPr>
        <p:spPr>
          <a:xfrm>
            <a:off x="1079821" y="5588945"/>
            <a:ext cx="2764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>
                <a:solidFill>
                  <a:schemeClr val="bg1"/>
                </a:solidFill>
              </a:rPr>
              <a:t>Script di Verifica dei Centroidi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B039C0F4-8194-D9C4-895A-070C9068ACF9}"/>
              </a:ext>
            </a:extLst>
          </p:cNvPr>
          <p:cNvSpPr txBox="1"/>
          <p:nvPr/>
        </p:nvSpPr>
        <p:spPr>
          <a:xfrm>
            <a:off x="4656933" y="5649794"/>
            <a:ext cx="2764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>
                <a:solidFill>
                  <a:schemeClr val="bg1"/>
                </a:solidFill>
              </a:rPr>
              <a:t>Script per l'Andamento Generale di MSE e tempi di esecuzione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ECF3284B-4760-6105-E9FF-CF856951AF2C}"/>
              </a:ext>
            </a:extLst>
          </p:cNvPr>
          <p:cNvSpPr txBox="1"/>
          <p:nvPr/>
        </p:nvSpPr>
        <p:spPr>
          <a:xfrm>
            <a:off x="8306126" y="5419724"/>
            <a:ext cx="2764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>
                <a:solidFill>
                  <a:schemeClr val="bg1"/>
                </a:solidFill>
              </a:rPr>
              <a:t>Script per il Confronto della Good </a:t>
            </a:r>
            <a:r>
              <a:rPr lang="it-IT" sz="1800" b="1" dirty="0" err="1">
                <a:solidFill>
                  <a:schemeClr val="bg1"/>
                </a:solidFill>
              </a:rPr>
              <a:t>Localization</a:t>
            </a:r>
            <a:r>
              <a:rPr lang="it-IT" sz="1800" b="1" dirty="0">
                <a:solidFill>
                  <a:schemeClr val="bg1"/>
                </a:solidFill>
              </a:rPr>
              <a:t> tra </a:t>
            </a:r>
            <a:r>
              <a:rPr lang="it-IT" sz="1800" b="1" dirty="0" err="1">
                <a:solidFill>
                  <a:schemeClr val="bg1"/>
                </a:solidFill>
              </a:rPr>
              <a:t>Canny</a:t>
            </a:r>
            <a:r>
              <a:rPr lang="it-IT" sz="1800" b="1" dirty="0">
                <a:solidFill>
                  <a:schemeClr val="bg1"/>
                </a:solidFill>
              </a:rPr>
              <a:t>  e Gradiente </a:t>
            </a:r>
          </a:p>
        </p:txBody>
      </p:sp>
    </p:spTree>
    <p:extLst>
      <p:ext uri="{BB962C8B-B14F-4D97-AF65-F5344CB8AC3E}">
        <p14:creationId xmlns:p14="http://schemas.microsoft.com/office/powerpoint/2010/main" val="160018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FD7E-7B03-E438-7C4B-932E71FB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7C5A9EA4-4117-DE32-F521-AD6ABBA658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B173FD7E-2255-D0F6-3A1D-41A2045E1B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097F8C3F-DF5F-7E60-B8FD-2999A8CD57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2F5454B6-BF6C-7391-A901-182E74268098}"/>
              </a:ext>
            </a:extLst>
          </p:cNvPr>
          <p:cNvSpPr txBox="1"/>
          <p:nvPr/>
        </p:nvSpPr>
        <p:spPr>
          <a:xfrm>
            <a:off x="3134289" y="55628"/>
            <a:ext cx="70863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Achieved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 </a:t>
            </a:r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Results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: Analisi Quantitativa dell'Errore (MSE)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72AD7F75-26EC-DD67-FDBF-2FD2D6181290}"/>
              </a:ext>
            </a:extLst>
          </p:cNvPr>
          <p:cNvGrpSpPr/>
          <p:nvPr/>
        </p:nvGrpSpPr>
        <p:grpSpPr>
          <a:xfrm>
            <a:off x="1518673" y="299095"/>
            <a:ext cx="1800001" cy="1149485"/>
            <a:chOff x="1958508" y="299095"/>
            <a:chExt cx="1800001" cy="1149485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0EB24B53-F23C-47DA-53B5-43227871F882}"/>
                </a:ext>
              </a:extLst>
            </p:cNvPr>
            <p:cNvSpPr/>
            <p:nvPr/>
          </p:nvSpPr>
          <p:spPr>
            <a:xfrm rot="10800000">
              <a:off x="1958508" y="638579"/>
              <a:ext cx="1800001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" name="Rectangle 59">
              <a:extLst>
                <a:ext uri="{FF2B5EF4-FFF2-40B4-BE49-F238E27FC236}">
                  <a16:creationId xmlns:a16="http://schemas.microsoft.com/office/drawing/2014/main" id="{78A2653D-B5A9-EED7-C0CF-DE0DCCA7733B}"/>
                </a:ext>
              </a:extLst>
            </p:cNvPr>
            <p:cNvSpPr/>
            <p:nvPr/>
          </p:nvSpPr>
          <p:spPr>
            <a:xfrm rot="2700000">
              <a:off x="2464631" y="299094"/>
              <a:ext cx="787754" cy="787755"/>
            </a:xfrm>
            <a:prstGeom prst="rect">
              <a:avLst/>
            </a:prstGeom>
            <a:gradFill flip="none" rotWithShape="1">
              <a:gsLst>
                <a:gs pos="15033">
                  <a:srgbClr val="636BAC"/>
                </a:gs>
                <a:gs pos="63700">
                  <a:srgbClr val="51588D"/>
                </a:gs>
                <a:gs pos="0">
                  <a:srgbClr val="6871B6"/>
                </a:gs>
                <a:gs pos="100000">
                  <a:srgbClr val="444A76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0F90B3DD-7057-A24C-AF2A-B5C6D798F353}"/>
                </a:ext>
              </a:extLst>
            </p:cNvPr>
            <p:cNvSpPr txBox="1"/>
            <p:nvPr/>
          </p:nvSpPr>
          <p:spPr>
            <a:xfrm>
              <a:off x="2413160" y="347871"/>
              <a:ext cx="900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430FFD3-1B52-A16F-83F5-6122C698A606}"/>
              </a:ext>
            </a:extLst>
          </p:cNvPr>
          <p:cNvSpPr/>
          <p:nvPr/>
        </p:nvSpPr>
        <p:spPr>
          <a:xfrm>
            <a:off x="897572" y="4111644"/>
            <a:ext cx="1947161" cy="583560"/>
          </a:xfrm>
          <a:prstGeom prst="roundRect">
            <a:avLst>
              <a:gd name="adj" fmla="val 50000"/>
            </a:avLst>
          </a:prstGeom>
          <a:solidFill>
            <a:srgbClr val="686F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DATABASE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F2E0886-8F3E-189D-0EE3-37F15F672961}"/>
              </a:ext>
            </a:extLst>
          </p:cNvPr>
          <p:cNvSpPr/>
          <p:nvPr/>
        </p:nvSpPr>
        <p:spPr>
          <a:xfrm>
            <a:off x="489008" y="4858681"/>
            <a:ext cx="2829665" cy="1681016"/>
          </a:xfrm>
          <a:prstGeom prst="roundRect">
            <a:avLst>
              <a:gd name="adj" fmla="val 5092"/>
            </a:avLst>
          </a:prstGeom>
          <a:noFill/>
          <a:ln w="38100">
            <a:solidFill>
              <a:srgbClr val="5F67A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68B3195-4558-C432-B3F2-8A2BB0C8801F}"/>
              </a:ext>
            </a:extLst>
          </p:cNvPr>
          <p:cNvSpPr txBox="1"/>
          <p:nvPr/>
        </p:nvSpPr>
        <p:spPr>
          <a:xfrm>
            <a:off x="1140022" y="4960525"/>
            <a:ext cx="21603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Validazione su 169 immagini di vario tipo da Kaggle.com, per simulare realtà clinica.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2C39242-EBD2-F9E4-14D9-0DBD48785920}"/>
              </a:ext>
            </a:extLst>
          </p:cNvPr>
          <p:cNvSpPr/>
          <p:nvPr/>
        </p:nvSpPr>
        <p:spPr>
          <a:xfrm>
            <a:off x="3741411" y="4128517"/>
            <a:ext cx="8043546" cy="2403850"/>
          </a:xfrm>
          <a:prstGeom prst="roundRect">
            <a:avLst>
              <a:gd name="adj" fmla="val 5092"/>
            </a:avLst>
          </a:prstGeom>
          <a:noFill/>
          <a:ln w="38100">
            <a:solidFill>
              <a:srgbClr val="5F67A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2851178-2A70-63D0-F57F-F6A81D157236}"/>
              </a:ext>
            </a:extLst>
          </p:cNvPr>
          <p:cNvSpPr txBox="1"/>
          <p:nvPr/>
        </p:nvSpPr>
        <p:spPr>
          <a:xfrm>
            <a:off x="4801375" y="4270294"/>
            <a:ext cx="2900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Utilizzo del MSE d'area per misurare lo scostamento tra l'output e la maschera.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E2E66E5-6D7B-41BB-D141-97FBCEC47A04}"/>
              </a:ext>
            </a:extLst>
          </p:cNvPr>
          <p:cNvSpPr txBox="1"/>
          <p:nvPr/>
        </p:nvSpPr>
        <p:spPr>
          <a:xfrm>
            <a:off x="4801375" y="5418782"/>
            <a:ext cx="3093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Curve di errore stabilmente inferiori a 0.010 per la maggior parte del dataset.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78367AAD-1405-7C98-29B0-608B028528EF}"/>
              </a:ext>
            </a:extLst>
          </p:cNvPr>
          <p:cNvCxnSpPr>
            <a:cxnSpLocks/>
          </p:cNvCxnSpPr>
          <p:nvPr/>
        </p:nvCxnSpPr>
        <p:spPr>
          <a:xfrm>
            <a:off x="3937223" y="5277005"/>
            <a:ext cx="76027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A9D80622-17A7-B356-D49D-CD812751A7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91" y="1430348"/>
            <a:ext cx="11694017" cy="2517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506E6496-CE6C-341E-1D1A-FC505EBC4E60}"/>
              </a:ext>
            </a:extLst>
          </p:cNvPr>
          <p:cNvCxnSpPr>
            <a:cxnSpLocks/>
          </p:cNvCxnSpPr>
          <p:nvPr/>
        </p:nvCxnSpPr>
        <p:spPr>
          <a:xfrm>
            <a:off x="7756869" y="4257933"/>
            <a:ext cx="0" cy="2160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F4D624E-FB58-6458-B2E5-A6E17A4CB0D9}"/>
              </a:ext>
            </a:extLst>
          </p:cNvPr>
          <p:cNvSpPr txBox="1"/>
          <p:nvPr/>
        </p:nvSpPr>
        <p:spPr>
          <a:xfrm>
            <a:off x="8605880" y="4305804"/>
            <a:ext cx="3337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sinergia tra Modulo A e Modulo B garantiscono una buona estrazione della lesione.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5A5BEA4-6E3F-F434-9470-88B7B5639303}"/>
              </a:ext>
            </a:extLst>
          </p:cNvPr>
          <p:cNvSpPr txBox="1"/>
          <p:nvPr/>
        </p:nvSpPr>
        <p:spPr>
          <a:xfrm>
            <a:off x="8605880" y="5313923"/>
            <a:ext cx="3179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Fluttuazioni isolate riconducibili a bordi sfumati, basso contrasto o artefatti luminosi.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FC9F0390-9B51-3979-6D39-CFC39B2F5E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25" y="5323585"/>
            <a:ext cx="609685" cy="609685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8F66A4FB-8FAC-95F1-3AF0-E027A485E8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897" y="5500237"/>
            <a:ext cx="609685" cy="609685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1E8998A0-713D-5856-F33D-73971F8715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483" y="5500237"/>
            <a:ext cx="609685" cy="609685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7FAB0341-4B83-99FD-14A7-93E99EC42A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897" y="4464682"/>
            <a:ext cx="609685" cy="609685"/>
          </a:xfrm>
          <a:prstGeom prst="rect">
            <a:avLst/>
          </a:prstGeom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57668725-9701-F6EC-B149-A8C998C904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58" y="4383653"/>
            <a:ext cx="699336" cy="69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3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1E6F-1FB6-A579-A817-EAD002FD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2A2C5D0F-73CB-2314-A119-636F59F95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2A63630E-9803-95DB-E1DD-B74B268A1710}"/>
              </a:ext>
            </a:extLst>
          </p:cNvPr>
          <p:cNvSpPr/>
          <p:nvPr/>
        </p:nvSpPr>
        <p:spPr>
          <a:xfrm>
            <a:off x="3294685" y="3020779"/>
            <a:ext cx="2613548" cy="2574380"/>
          </a:xfrm>
          <a:prstGeom prst="roundRect">
            <a:avLst>
              <a:gd name="adj" fmla="val 632"/>
            </a:avLst>
          </a:prstGeom>
          <a:solidFill>
            <a:srgbClr val="6870AB">
              <a:alpha val="50000"/>
            </a:srgbClr>
          </a:solidFill>
          <a:ln>
            <a:solidFill>
              <a:schemeClr val="accent1"/>
            </a:solidFill>
          </a:ln>
          <a:effectLst>
            <a:reflection stA="45000" endPos="5000" dist="50800" dir="5400000" sy="-100000" algn="bl" rotWithShape="0"/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FAC2D506-374A-F5E3-3D86-399B79F69D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CE1A42E3-7838-11CE-599D-49ED3FDB2E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7A90D621-9175-AAA1-50CA-F7279EEEA6E1}"/>
              </a:ext>
            </a:extLst>
          </p:cNvPr>
          <p:cNvSpPr txBox="1"/>
          <p:nvPr/>
        </p:nvSpPr>
        <p:spPr>
          <a:xfrm>
            <a:off x="3134289" y="55628"/>
            <a:ext cx="70863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Achieved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 </a:t>
            </a:r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Results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: </a:t>
            </a:r>
            <a:r>
              <a:rPr lang="it-IT" sz="4000" b="1" i="1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Estrazione delle Feature Spaziali</a:t>
            </a:r>
            <a:endParaRPr lang="it-IT" sz="4000" b="1" i="1" spc="0" baseline="0" noProof="0" dirty="0">
              <a:solidFill>
                <a:srgbClr val="4E5487"/>
              </a:solidFill>
              <a:cs typeface="Calibri"/>
              <a:sym typeface="Calibri"/>
              <a:rtl val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FD3B171-8B80-35B0-9CC5-2783BD2CE84C}"/>
              </a:ext>
            </a:extLst>
          </p:cNvPr>
          <p:cNvGrpSpPr/>
          <p:nvPr/>
        </p:nvGrpSpPr>
        <p:grpSpPr>
          <a:xfrm>
            <a:off x="1518673" y="299095"/>
            <a:ext cx="1800001" cy="1149485"/>
            <a:chOff x="1958508" y="299095"/>
            <a:chExt cx="1800001" cy="1149485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0A8EB8D7-2000-54AA-7EC7-BD00C9F33634}"/>
                </a:ext>
              </a:extLst>
            </p:cNvPr>
            <p:cNvSpPr/>
            <p:nvPr/>
          </p:nvSpPr>
          <p:spPr>
            <a:xfrm rot="10800000">
              <a:off x="1958508" y="638579"/>
              <a:ext cx="1800001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" name="Rectangle 59">
              <a:extLst>
                <a:ext uri="{FF2B5EF4-FFF2-40B4-BE49-F238E27FC236}">
                  <a16:creationId xmlns:a16="http://schemas.microsoft.com/office/drawing/2014/main" id="{09C8087F-ACDA-0336-D4BC-34AC1BF0A879}"/>
                </a:ext>
              </a:extLst>
            </p:cNvPr>
            <p:cNvSpPr/>
            <p:nvPr/>
          </p:nvSpPr>
          <p:spPr>
            <a:xfrm rot="2700000">
              <a:off x="2464631" y="299094"/>
              <a:ext cx="787754" cy="787755"/>
            </a:xfrm>
            <a:prstGeom prst="rect">
              <a:avLst/>
            </a:prstGeom>
            <a:gradFill flip="none" rotWithShape="1">
              <a:gsLst>
                <a:gs pos="15033">
                  <a:srgbClr val="636BAC"/>
                </a:gs>
                <a:gs pos="63700">
                  <a:srgbClr val="51588D"/>
                </a:gs>
                <a:gs pos="0">
                  <a:srgbClr val="6871B6"/>
                </a:gs>
                <a:gs pos="100000">
                  <a:srgbClr val="444A76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A7860EC8-EF71-7EF1-5714-777F48735DE7}"/>
                </a:ext>
              </a:extLst>
            </p:cNvPr>
            <p:cNvSpPr txBox="1"/>
            <p:nvPr/>
          </p:nvSpPr>
          <p:spPr>
            <a:xfrm>
              <a:off x="2413160" y="347871"/>
              <a:ext cx="900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D64114A-422C-0641-8B8F-D4FA08065E33}"/>
              </a:ext>
            </a:extLst>
          </p:cNvPr>
          <p:cNvSpPr/>
          <p:nvPr/>
        </p:nvSpPr>
        <p:spPr>
          <a:xfrm>
            <a:off x="975626" y="5629006"/>
            <a:ext cx="4689987" cy="909667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BECC905-F4ED-3A03-BF5C-09C2C3508F80}"/>
              </a:ext>
            </a:extLst>
          </p:cNvPr>
          <p:cNvSpPr/>
          <p:nvPr/>
        </p:nvSpPr>
        <p:spPr>
          <a:xfrm>
            <a:off x="681137" y="3005040"/>
            <a:ext cx="5239060" cy="3641566"/>
          </a:xfrm>
          <a:prstGeom prst="roundRect">
            <a:avLst>
              <a:gd name="adj" fmla="val 5092"/>
            </a:avLst>
          </a:prstGeom>
          <a:noFill/>
          <a:ln w="38100">
            <a:solidFill>
              <a:srgbClr val="5F67A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2D37879-7475-ADB8-14E2-1EDA2C67DC62}"/>
              </a:ext>
            </a:extLst>
          </p:cNvPr>
          <p:cNvSpPr/>
          <p:nvPr/>
        </p:nvSpPr>
        <p:spPr>
          <a:xfrm>
            <a:off x="681136" y="1492531"/>
            <a:ext cx="10903276" cy="1366297"/>
          </a:xfrm>
          <a:prstGeom prst="roundRect">
            <a:avLst>
              <a:gd name="adj" fmla="val 5092"/>
            </a:avLst>
          </a:prstGeom>
          <a:solidFill>
            <a:srgbClr val="6870AB">
              <a:alpha val="60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085BC75-EA29-4AF5-3999-E81F8FE51E66}"/>
              </a:ext>
            </a:extLst>
          </p:cNvPr>
          <p:cNvSpPr txBox="1"/>
          <p:nvPr/>
        </p:nvSpPr>
        <p:spPr>
          <a:xfrm>
            <a:off x="1861646" y="1597550"/>
            <a:ext cx="9329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L'errore matematico di segmentazione non è un puro dato numerico, ma si riflette direttamente sull'estrazione delle feature cliniche, in particolare sul tracciamento spaziale della lesione. Sfruttando infatti la funzione </a:t>
            </a:r>
            <a:r>
              <a:rPr lang="it-IT" dirty="0" err="1">
                <a:highlight>
                  <a:srgbClr val="C0C0C0"/>
                </a:highlight>
                <a:latin typeface="Consolas" panose="020B0609020204030204" pitchFamily="49" charset="0"/>
              </a:rPr>
              <a:t>regionprops</a:t>
            </a:r>
            <a:r>
              <a:rPr lang="it-IT" dirty="0"/>
              <a:t>, il software ha calcolato le coordinate geometriche del Centroide per ogni massa tumorale isolata. 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0CB83406-E221-C256-D058-DB1490232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94" y="1826682"/>
            <a:ext cx="697994" cy="697994"/>
          </a:xfrm>
          <a:prstGeom prst="rect">
            <a:avLst/>
          </a:prstGeom>
        </p:spPr>
      </p:pic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BCC2F846-A276-925C-DA3E-A7BEC35C7E26}"/>
              </a:ext>
            </a:extLst>
          </p:cNvPr>
          <p:cNvSpPr/>
          <p:nvPr/>
        </p:nvSpPr>
        <p:spPr>
          <a:xfrm>
            <a:off x="705126" y="3041826"/>
            <a:ext cx="2613548" cy="2594508"/>
          </a:xfrm>
          <a:prstGeom prst="roundRect">
            <a:avLst>
              <a:gd name="adj" fmla="val 632"/>
            </a:avLst>
          </a:prstGeom>
          <a:solidFill>
            <a:srgbClr val="6870AB">
              <a:alpha val="50000"/>
            </a:srgbClr>
          </a:solidFill>
          <a:ln>
            <a:solidFill>
              <a:schemeClr val="accent1"/>
            </a:solidFill>
          </a:ln>
          <a:effectLst>
            <a:reflection stA="45000" endPos="5000" dist="50800" dir="5400000" sy="-100000" algn="bl" rotWithShape="0"/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038EC0E2-C578-FDB7-06D3-2001B7669DE6}"/>
              </a:ext>
            </a:extLst>
          </p:cNvPr>
          <p:cNvSpPr/>
          <p:nvPr/>
        </p:nvSpPr>
        <p:spPr>
          <a:xfrm>
            <a:off x="6271805" y="3005040"/>
            <a:ext cx="5306696" cy="3641566"/>
          </a:xfrm>
          <a:prstGeom prst="roundRect">
            <a:avLst>
              <a:gd name="adj" fmla="val 5092"/>
            </a:avLst>
          </a:prstGeom>
          <a:noFill/>
          <a:ln w="38100">
            <a:solidFill>
              <a:srgbClr val="5F67A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5AF576D8-308E-01A9-A659-6D942B78B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919" y="3225330"/>
            <a:ext cx="2140139" cy="2140139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345CA120-5647-44BD-CA5B-0C0FFA7C4F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039" y="3225330"/>
            <a:ext cx="2028803" cy="2140139"/>
          </a:xfrm>
          <a:prstGeom prst="rect">
            <a:avLst/>
          </a:prstGeom>
        </p:spPr>
      </p:pic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CF2CB31A-8D39-74EF-828B-B2667679A4D4}"/>
              </a:ext>
            </a:extLst>
          </p:cNvPr>
          <p:cNvSpPr/>
          <p:nvPr/>
        </p:nvSpPr>
        <p:spPr>
          <a:xfrm>
            <a:off x="8945289" y="3042705"/>
            <a:ext cx="2613548" cy="2574380"/>
          </a:xfrm>
          <a:prstGeom prst="roundRect">
            <a:avLst>
              <a:gd name="adj" fmla="val 632"/>
            </a:avLst>
          </a:prstGeom>
          <a:solidFill>
            <a:srgbClr val="6870AB">
              <a:alpha val="50000"/>
            </a:srgbClr>
          </a:solidFill>
          <a:ln>
            <a:solidFill>
              <a:schemeClr val="accent1"/>
            </a:solidFill>
          </a:ln>
          <a:effectLst>
            <a:reflection stA="45000" endPos="5000" dist="50800" dir="5400000" sy="-100000" algn="bl" rotWithShape="0"/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0FC8E2B-BAE6-0792-204F-21989D8D1BB8}"/>
              </a:ext>
            </a:extLst>
          </p:cNvPr>
          <p:cNvSpPr/>
          <p:nvPr/>
        </p:nvSpPr>
        <p:spPr>
          <a:xfrm>
            <a:off x="6321909" y="3032269"/>
            <a:ext cx="2613548" cy="2574380"/>
          </a:xfrm>
          <a:prstGeom prst="roundRect">
            <a:avLst>
              <a:gd name="adj" fmla="val 632"/>
            </a:avLst>
          </a:prstGeom>
          <a:solidFill>
            <a:srgbClr val="6870AB">
              <a:alpha val="50000"/>
            </a:srgbClr>
          </a:solidFill>
          <a:ln>
            <a:solidFill>
              <a:schemeClr val="accent1"/>
            </a:solidFill>
          </a:ln>
          <a:effectLst>
            <a:reflection stA="45000" endPos="5000" dist="50800" dir="5400000" sy="-100000" algn="bl" rotWithShape="0"/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69AFC85F-581C-AFCB-266F-663796BA59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931" y="3278885"/>
            <a:ext cx="2140139" cy="2140139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039F1145-37E0-2BF6-09F3-801C01FAB7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6229" y="3251054"/>
            <a:ext cx="2028802" cy="2157682"/>
          </a:xfrm>
          <a:prstGeom prst="rect">
            <a:avLst/>
          </a:prstGeom>
        </p:spPr>
      </p:pic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9F6393D-EFFB-6A02-F606-81AA1EADCD94}"/>
              </a:ext>
            </a:extLst>
          </p:cNvPr>
          <p:cNvSpPr/>
          <p:nvPr/>
        </p:nvSpPr>
        <p:spPr>
          <a:xfrm>
            <a:off x="6595380" y="5611478"/>
            <a:ext cx="4689987" cy="909667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6328CAD2-33F3-E1CB-F868-0BE2D5958F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67" y="5737297"/>
            <a:ext cx="609685" cy="609685"/>
          </a:xfrm>
          <a:prstGeom prst="rect">
            <a:avLst/>
          </a:prstGeom>
        </p:spPr>
      </p:pic>
      <p:pic>
        <p:nvPicPr>
          <p:cNvPr id="49" name="Immagine 48">
            <a:extLst>
              <a:ext uri="{FF2B5EF4-FFF2-40B4-BE49-F238E27FC236}">
                <a16:creationId xmlns:a16="http://schemas.microsoft.com/office/drawing/2014/main" id="{83A3FA81-C6F7-8E93-6D92-A52C57595D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308" y="5794809"/>
            <a:ext cx="609685" cy="609685"/>
          </a:xfrm>
          <a:prstGeom prst="rect">
            <a:avLst/>
          </a:prstGeom>
        </p:spPr>
      </p:pic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5E721478-0572-8CB8-5C29-23396FAEF882}"/>
              </a:ext>
            </a:extLst>
          </p:cNvPr>
          <p:cNvSpPr txBox="1"/>
          <p:nvPr/>
        </p:nvSpPr>
        <p:spPr>
          <a:xfrm>
            <a:off x="1987912" y="5636334"/>
            <a:ext cx="3677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Nei casi ottimali, come l’immagine 35, con MSE ≈ 0.002, il contorno si sovrappone perfettamente.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7C764D1D-2C8F-17B8-2C2D-F7C5866A3F9C}"/>
              </a:ext>
            </a:extLst>
          </p:cNvPr>
          <p:cNvSpPr txBox="1"/>
          <p:nvPr/>
        </p:nvSpPr>
        <p:spPr>
          <a:xfrm>
            <a:off x="7643001" y="5625254"/>
            <a:ext cx="3437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corrispondenza dei picchi di errore, come l’immagine 162, c’è uno sbilanciamento topologico.</a:t>
            </a:r>
          </a:p>
        </p:txBody>
      </p:sp>
    </p:spTree>
    <p:extLst>
      <p:ext uri="{BB962C8B-B14F-4D97-AF65-F5344CB8AC3E}">
        <p14:creationId xmlns:p14="http://schemas.microsoft.com/office/powerpoint/2010/main" val="5770858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3B7BE-1CB3-4A13-4842-3DBCB7F3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9BF18FD7-4770-FF61-51E8-4D65B69275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0846AE1F-256D-DFE7-4F89-351F867965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9D31E011-7496-066E-98DE-D29DB8D05A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538361B5-B47D-DEB0-A464-9100A5501E5C}"/>
              </a:ext>
            </a:extLst>
          </p:cNvPr>
          <p:cNvSpPr txBox="1"/>
          <p:nvPr/>
        </p:nvSpPr>
        <p:spPr>
          <a:xfrm>
            <a:off x="2983815" y="55628"/>
            <a:ext cx="71960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Achieved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 </a:t>
            </a:r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Results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: </a:t>
            </a:r>
            <a:r>
              <a:rPr lang="it-IT" sz="4000" b="1" i="1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Profilazione Computazionale</a:t>
            </a:r>
            <a:endParaRPr lang="it-IT" sz="4000" b="1" i="1" spc="0" baseline="0" noProof="0" dirty="0">
              <a:solidFill>
                <a:srgbClr val="4E5487"/>
              </a:solidFill>
              <a:cs typeface="Calibri"/>
              <a:sym typeface="Calibri"/>
              <a:rtl val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65924806-E106-4A79-CCBE-0F4B8CB62592}"/>
              </a:ext>
            </a:extLst>
          </p:cNvPr>
          <p:cNvGrpSpPr/>
          <p:nvPr/>
        </p:nvGrpSpPr>
        <p:grpSpPr>
          <a:xfrm>
            <a:off x="1368199" y="299095"/>
            <a:ext cx="1800001" cy="1149485"/>
            <a:chOff x="1958508" y="299095"/>
            <a:chExt cx="1800001" cy="1149485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6ED27555-F5C9-C44B-F6BD-504FF627517E}"/>
                </a:ext>
              </a:extLst>
            </p:cNvPr>
            <p:cNvSpPr/>
            <p:nvPr/>
          </p:nvSpPr>
          <p:spPr>
            <a:xfrm rot="10800000">
              <a:off x="1958508" y="638579"/>
              <a:ext cx="1800001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" name="Rectangle 59">
              <a:extLst>
                <a:ext uri="{FF2B5EF4-FFF2-40B4-BE49-F238E27FC236}">
                  <a16:creationId xmlns:a16="http://schemas.microsoft.com/office/drawing/2014/main" id="{E2398682-E0B9-909F-2DFB-429021364B92}"/>
                </a:ext>
              </a:extLst>
            </p:cNvPr>
            <p:cNvSpPr/>
            <p:nvPr/>
          </p:nvSpPr>
          <p:spPr>
            <a:xfrm rot="2700000">
              <a:off x="2464631" y="299094"/>
              <a:ext cx="787754" cy="787755"/>
            </a:xfrm>
            <a:prstGeom prst="rect">
              <a:avLst/>
            </a:prstGeom>
            <a:gradFill flip="none" rotWithShape="1">
              <a:gsLst>
                <a:gs pos="15033">
                  <a:srgbClr val="636BAC"/>
                </a:gs>
                <a:gs pos="63700">
                  <a:srgbClr val="51588D"/>
                </a:gs>
                <a:gs pos="0">
                  <a:srgbClr val="6871B6"/>
                </a:gs>
                <a:gs pos="100000">
                  <a:srgbClr val="444A76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FBA91399-2779-ED49-A10F-A700C59E0E92}"/>
                </a:ext>
              </a:extLst>
            </p:cNvPr>
            <p:cNvSpPr txBox="1"/>
            <p:nvPr/>
          </p:nvSpPr>
          <p:spPr>
            <a:xfrm>
              <a:off x="2413160" y="347871"/>
              <a:ext cx="900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968578A9-4B0A-C144-85DA-C348002E2B32}"/>
              </a:ext>
            </a:extLst>
          </p:cNvPr>
          <p:cNvSpPr/>
          <p:nvPr/>
        </p:nvSpPr>
        <p:spPr>
          <a:xfrm>
            <a:off x="233373" y="4041702"/>
            <a:ext cx="2816843" cy="2542706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F68629F-8C84-C107-CADC-1DFBB4B11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04442"/>
            <a:ext cx="12192000" cy="25977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8F23666-7A74-196F-0CAC-24D2E671D236}"/>
              </a:ext>
            </a:extLst>
          </p:cNvPr>
          <p:cNvSpPr/>
          <p:nvPr/>
        </p:nvSpPr>
        <p:spPr>
          <a:xfrm>
            <a:off x="3161173" y="4228510"/>
            <a:ext cx="2816843" cy="2542706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361BE173-1087-AF4B-5051-951A908644C5}"/>
              </a:ext>
            </a:extLst>
          </p:cNvPr>
          <p:cNvSpPr/>
          <p:nvPr/>
        </p:nvSpPr>
        <p:spPr>
          <a:xfrm>
            <a:off x="6088973" y="4041702"/>
            <a:ext cx="2816843" cy="2542706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74E33337-5399-C859-200C-596A42F7F47D}"/>
              </a:ext>
            </a:extLst>
          </p:cNvPr>
          <p:cNvSpPr/>
          <p:nvPr/>
        </p:nvSpPr>
        <p:spPr>
          <a:xfrm>
            <a:off x="9174838" y="4238342"/>
            <a:ext cx="2816843" cy="2542706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8E108AC-E50F-C2EB-A2D3-78539EF49488}"/>
              </a:ext>
            </a:extLst>
          </p:cNvPr>
          <p:cNvSpPr txBox="1"/>
          <p:nvPr/>
        </p:nvSpPr>
        <p:spPr>
          <a:xfrm>
            <a:off x="270951" y="4169472"/>
            <a:ext cx="2712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</a:rPr>
              <a:t>Disomogeneità computazionale giustificata:</a:t>
            </a:r>
            <a:r>
              <a:rPr lang="it-IT" sz="16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1600" dirty="0"/>
              <a:t>Il Modulo A richiede più tempo (0.20-0.30s) a causa di calcoli intensivi in virgola mobile (statistiche a blocchi e FFT2) su matrici ad alta risoluzione.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26230BE-B96F-A150-9810-F9AE4DCC2806}"/>
              </a:ext>
            </a:extLst>
          </p:cNvPr>
          <p:cNvSpPr txBox="1"/>
          <p:nvPr/>
        </p:nvSpPr>
        <p:spPr>
          <a:xfrm>
            <a:off x="3267104" y="4361909"/>
            <a:ext cx="2604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</a:rPr>
              <a:t>Efficienza della segmentazione:</a:t>
            </a:r>
            <a:r>
              <a:rPr lang="it-IT" sz="16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1600" dirty="0"/>
              <a:t>Il Modulo B abbatte i tempi a soli 0.03s, dimostrando la leggerezza della morfologia matematica quando applicata a semplici array logici (maschere booleane).</a:t>
            </a:r>
            <a:r>
              <a:rPr lang="it-IT" sz="1600" b="1" dirty="0"/>
              <a:t> </a:t>
            </a:r>
            <a:endParaRPr lang="it-IT" sz="16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AD5F53E-13CE-AB5C-B703-8DE9F24E79DF}"/>
              </a:ext>
            </a:extLst>
          </p:cNvPr>
          <p:cNvSpPr txBox="1"/>
          <p:nvPr/>
        </p:nvSpPr>
        <p:spPr>
          <a:xfrm>
            <a:off x="6340867" y="4238342"/>
            <a:ext cx="2313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</a:rPr>
              <a:t>Gestione del carico CPU/Memoria:</a:t>
            </a:r>
            <a:r>
              <a:rPr lang="it-IT" sz="16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1600" dirty="0"/>
              <a:t>La transizione dal dominio delle intensità (</a:t>
            </a:r>
            <a:r>
              <a:rPr lang="it-IT" sz="1600" i="1" dirty="0"/>
              <a:t>double</a:t>
            </a:r>
            <a:r>
              <a:rPr lang="it-IT" sz="1600" dirty="0"/>
              <a:t>) a quello binario ottimizza drasticamente l'allocazione delle risorse.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FF488E3-AA8E-7548-C827-412CEED658CB}"/>
              </a:ext>
            </a:extLst>
          </p:cNvPr>
          <p:cNvSpPr txBox="1"/>
          <p:nvPr/>
        </p:nvSpPr>
        <p:spPr>
          <a:xfrm>
            <a:off x="9280769" y="4361909"/>
            <a:ext cx="2604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</a:rPr>
              <a:t>Il falso positivo dell'inefficienza:</a:t>
            </a:r>
            <a:r>
              <a:rPr lang="it-IT" sz="16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1600" dirty="0"/>
              <a:t>Il picco temporale alla prima iterazione è imputabile unicamente al fisiologico </a:t>
            </a:r>
            <a:r>
              <a:rPr lang="it-IT" sz="1600" i="1" dirty="0"/>
              <a:t>overhead</a:t>
            </a:r>
            <a:r>
              <a:rPr lang="it-IT" sz="1600" dirty="0"/>
              <a:t> del compilatore JIT di MATLAB, non a un limite dell'algoritmo.</a:t>
            </a:r>
          </a:p>
        </p:txBody>
      </p:sp>
    </p:spTree>
    <p:extLst>
      <p:ext uri="{BB962C8B-B14F-4D97-AF65-F5344CB8AC3E}">
        <p14:creationId xmlns:p14="http://schemas.microsoft.com/office/powerpoint/2010/main" val="398235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A0D7A-2236-1444-E506-D38EF1E4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AC516D0D-1F0A-B704-6A46-C129237702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02939E08-C6AC-16C6-7B46-E01CD9DA07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9FD75BDE-EE21-1D80-9622-0D876AE798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C8B94EBD-FF6D-5166-523B-1AC68B5BF9E1}"/>
              </a:ext>
            </a:extLst>
          </p:cNvPr>
          <p:cNvSpPr txBox="1"/>
          <p:nvPr/>
        </p:nvSpPr>
        <p:spPr>
          <a:xfrm>
            <a:off x="3713021" y="55628"/>
            <a:ext cx="6039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Achieved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 </a:t>
            </a:r>
            <a:r>
              <a:rPr lang="it-IT" sz="4000" b="1" i="1" spc="0" baseline="0" noProof="0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Results</a:t>
            </a:r>
            <a:r>
              <a:rPr lang="it-IT" sz="4000" b="1" i="1" spc="0" baseline="0" noProof="0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: </a:t>
            </a:r>
            <a:r>
              <a:rPr lang="it-IT" sz="4000" b="1" i="1" dirty="0">
                <a:solidFill>
                  <a:srgbClr val="4E5487"/>
                </a:solidFill>
                <a:cs typeface="Calibri"/>
                <a:sym typeface="Calibri"/>
                <a:rtl val="0"/>
              </a:rPr>
              <a:t>Good </a:t>
            </a:r>
            <a:r>
              <a:rPr lang="it-IT" sz="4000" b="1" i="1" dirty="0" err="1">
                <a:solidFill>
                  <a:srgbClr val="4E5487"/>
                </a:solidFill>
                <a:cs typeface="Calibri"/>
                <a:sym typeface="Calibri"/>
                <a:rtl val="0"/>
              </a:rPr>
              <a:t>Localization</a:t>
            </a:r>
            <a:endParaRPr lang="it-IT" sz="4000" b="1" i="1" spc="0" baseline="0" noProof="0" dirty="0">
              <a:solidFill>
                <a:srgbClr val="4E5487"/>
              </a:solidFill>
              <a:cs typeface="Calibri"/>
              <a:sym typeface="Calibri"/>
              <a:rtl val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F2DD5CB0-E7E5-0315-03B5-9B25E1666BB2}"/>
              </a:ext>
            </a:extLst>
          </p:cNvPr>
          <p:cNvGrpSpPr/>
          <p:nvPr/>
        </p:nvGrpSpPr>
        <p:grpSpPr>
          <a:xfrm>
            <a:off x="2097405" y="299095"/>
            <a:ext cx="1800001" cy="1149485"/>
            <a:chOff x="1958508" y="299095"/>
            <a:chExt cx="1800001" cy="1149485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CE2F606D-89B7-5129-AB8B-1881F017125F}"/>
                </a:ext>
              </a:extLst>
            </p:cNvPr>
            <p:cNvSpPr/>
            <p:nvPr/>
          </p:nvSpPr>
          <p:spPr>
            <a:xfrm rot="10800000">
              <a:off x="1958508" y="638579"/>
              <a:ext cx="1800001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" name="Rectangle 59">
              <a:extLst>
                <a:ext uri="{FF2B5EF4-FFF2-40B4-BE49-F238E27FC236}">
                  <a16:creationId xmlns:a16="http://schemas.microsoft.com/office/drawing/2014/main" id="{176F942D-657E-93E3-5021-1B7555FF4B66}"/>
                </a:ext>
              </a:extLst>
            </p:cNvPr>
            <p:cNvSpPr/>
            <p:nvPr/>
          </p:nvSpPr>
          <p:spPr>
            <a:xfrm rot="2700000">
              <a:off x="2464631" y="299094"/>
              <a:ext cx="787754" cy="787755"/>
            </a:xfrm>
            <a:prstGeom prst="rect">
              <a:avLst/>
            </a:prstGeom>
            <a:gradFill flip="none" rotWithShape="1">
              <a:gsLst>
                <a:gs pos="15033">
                  <a:srgbClr val="636BAC"/>
                </a:gs>
                <a:gs pos="63700">
                  <a:srgbClr val="51588D"/>
                </a:gs>
                <a:gs pos="0">
                  <a:srgbClr val="6871B6"/>
                </a:gs>
                <a:gs pos="100000">
                  <a:srgbClr val="444A76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B62B5C90-CA0D-6963-5290-0EDE54D0AADA}"/>
                </a:ext>
              </a:extLst>
            </p:cNvPr>
            <p:cNvSpPr txBox="1"/>
            <p:nvPr/>
          </p:nvSpPr>
          <p:spPr>
            <a:xfrm>
              <a:off x="2413160" y="347871"/>
              <a:ext cx="900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000" b="1" i="1" noProof="0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9F2F1F5-360A-3357-F05A-FEB7AFEA679C}"/>
              </a:ext>
            </a:extLst>
          </p:cNvPr>
          <p:cNvSpPr/>
          <p:nvPr/>
        </p:nvSpPr>
        <p:spPr>
          <a:xfrm>
            <a:off x="9084399" y="1923649"/>
            <a:ext cx="2579783" cy="583560"/>
          </a:xfrm>
          <a:prstGeom prst="roundRect">
            <a:avLst>
              <a:gd name="adj" fmla="val 50000"/>
            </a:avLst>
          </a:prstGeom>
          <a:solidFill>
            <a:srgbClr val="5F67A6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/>
              <a:t>Benchmarking sulla Good </a:t>
            </a:r>
            <a:r>
              <a:rPr lang="it-IT" b="1" dirty="0" err="1"/>
              <a:t>Localization</a:t>
            </a:r>
            <a:endParaRPr lang="it-IT" b="1" dirty="0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45DE1AB-CF5F-A3D9-F746-D0356DF38E8F}"/>
              </a:ext>
            </a:extLst>
          </p:cNvPr>
          <p:cNvSpPr/>
          <p:nvPr/>
        </p:nvSpPr>
        <p:spPr>
          <a:xfrm>
            <a:off x="8806839" y="2637015"/>
            <a:ext cx="3102444" cy="2326629"/>
          </a:xfrm>
          <a:prstGeom prst="roundRect">
            <a:avLst>
              <a:gd name="adj" fmla="val 5092"/>
            </a:avLst>
          </a:prstGeom>
          <a:noFill/>
          <a:ln w="38100">
            <a:solidFill>
              <a:srgbClr val="5F67A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9D7FCCC-A2E1-47E5-8D5F-5A80083E3E9D}"/>
              </a:ext>
            </a:extLst>
          </p:cNvPr>
          <p:cNvSpPr txBox="1"/>
          <p:nvPr/>
        </p:nvSpPr>
        <p:spPr>
          <a:xfrm>
            <a:off x="8806839" y="2660155"/>
            <a:ext cx="31401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Un confronto diretto ed equo porta ad avere una curva di errore elevata ed (MSE 0.05-0.09)  instabile per </a:t>
            </a:r>
            <a:r>
              <a:rPr lang="it-IT" dirty="0" err="1"/>
              <a:t>Canny</a:t>
            </a:r>
            <a:r>
              <a:rPr lang="it-IT" dirty="0"/>
              <a:t>, mentre il Gradiente Morfologico mantiene performance di eccellenza prossime allo 0.005.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6A214B59-FB84-BAD4-AED0-02D2FF322AF9}"/>
              </a:ext>
            </a:extLst>
          </p:cNvPr>
          <p:cNvSpPr/>
          <p:nvPr/>
        </p:nvSpPr>
        <p:spPr>
          <a:xfrm>
            <a:off x="462973" y="5326308"/>
            <a:ext cx="11446309" cy="1300253"/>
          </a:xfrm>
          <a:prstGeom prst="roundRect">
            <a:avLst>
              <a:gd name="adj" fmla="val 5092"/>
            </a:avLst>
          </a:prstGeom>
          <a:noFill/>
          <a:ln w="38100">
            <a:solidFill>
              <a:srgbClr val="5F67A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2BC7AE4B-FD8B-15F9-3B21-9752C9BB9942}"/>
              </a:ext>
            </a:extLst>
          </p:cNvPr>
          <p:cNvCxnSpPr>
            <a:cxnSpLocks/>
          </p:cNvCxnSpPr>
          <p:nvPr/>
        </p:nvCxnSpPr>
        <p:spPr>
          <a:xfrm flipV="1">
            <a:off x="642231" y="5982127"/>
            <a:ext cx="10950001" cy="337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A9199239-B779-877E-95BD-FA3AA61A8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82" y="1438172"/>
            <a:ext cx="8464562" cy="3576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50D16931-9655-7D7A-A30C-659CF0964184}"/>
              </a:ext>
            </a:extLst>
          </p:cNvPr>
          <p:cNvSpPr txBox="1"/>
          <p:nvPr/>
        </p:nvSpPr>
        <p:spPr>
          <a:xfrm>
            <a:off x="1390071" y="5359555"/>
            <a:ext cx="9988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Applicato alle immagini mediche </a:t>
            </a:r>
            <a:r>
              <a:rPr lang="it-IT" dirty="0" err="1"/>
              <a:t>preprocessate</a:t>
            </a:r>
            <a:r>
              <a:rPr lang="it-IT" dirty="0"/>
              <a:t>, </a:t>
            </a:r>
            <a:r>
              <a:rPr lang="it-IT" dirty="0" err="1"/>
              <a:t>Canny</a:t>
            </a:r>
            <a:r>
              <a:rPr lang="it-IT" dirty="0"/>
              <a:t> fallisce catturando indiscriminatamente il rumore di fondo e le micro-texture cerebrali, generando una mole di falsi bordi.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FD3BD67-424B-80F1-F4B9-2140CD39D04B}"/>
              </a:ext>
            </a:extLst>
          </p:cNvPr>
          <p:cNvSpPr txBox="1"/>
          <p:nvPr/>
        </p:nvSpPr>
        <p:spPr>
          <a:xfrm>
            <a:off x="1390072" y="5983311"/>
            <a:ext cx="10519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Calcolando il perimetro su una maschera binaria precedentemente purificata, la morfologia matematica garantisce l'isolamento esclusivo del tumore, superando nettamente il benchmark di </a:t>
            </a:r>
            <a:r>
              <a:rPr lang="it-IT" dirty="0" err="1"/>
              <a:t>Canny</a:t>
            </a:r>
            <a:r>
              <a:rPr lang="it-IT" dirty="0"/>
              <a:t>.</a:t>
            </a:r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81684E5B-A524-4A47-4E25-9EFD4977D8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69" y="5420028"/>
            <a:ext cx="516049" cy="516049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4DEF72EF-E530-7886-A733-27B7F503E9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97" y="6015887"/>
            <a:ext cx="60968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E815-316B-A1BD-C3F2-6126B246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27759BA9-207A-D246-2EBA-BD8D9A084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46" name="Isosceles Triangle 70">
            <a:extLst>
              <a:ext uri="{FF2B5EF4-FFF2-40B4-BE49-F238E27FC236}">
                <a16:creationId xmlns:a16="http://schemas.microsoft.com/office/drawing/2014/main" id="{64568EEE-58AC-7F79-AC7C-272EBD564A02}"/>
              </a:ext>
            </a:extLst>
          </p:cNvPr>
          <p:cNvSpPr/>
          <p:nvPr/>
        </p:nvSpPr>
        <p:spPr>
          <a:xfrm rot="10800000">
            <a:off x="2147462" y="576100"/>
            <a:ext cx="1800001" cy="810001"/>
          </a:xfrm>
          <a:prstGeom prst="triangle">
            <a:avLst/>
          </a:prstGeom>
          <a:solidFill>
            <a:schemeClr val="tx1">
              <a:alpha val="35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046F475B-351F-AF8F-49F7-BAD51EDA9C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6E42D7A3-0FC3-9BDB-F452-8753540703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117E2E9F-1532-0725-75C4-CD2678060C36}"/>
              </a:ext>
            </a:extLst>
          </p:cNvPr>
          <p:cNvSpPr txBox="1"/>
          <p:nvPr/>
        </p:nvSpPr>
        <p:spPr>
          <a:xfrm>
            <a:off x="3713333" y="193202"/>
            <a:ext cx="5846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i="1" spc="0" baseline="0" noProof="0" dirty="0">
                <a:solidFill>
                  <a:srgbClr val="4073A4"/>
                </a:solidFill>
                <a:latin typeface="Calibri"/>
                <a:cs typeface="Calibri"/>
                <a:sym typeface="Calibri"/>
                <a:rtl val="0"/>
              </a:rPr>
              <a:t>Technical </a:t>
            </a:r>
            <a:r>
              <a:rPr lang="it-IT" sz="4000" b="1" i="1" spc="0" baseline="0" noProof="0" dirty="0" err="1">
                <a:solidFill>
                  <a:srgbClr val="4073A4"/>
                </a:solidFill>
                <a:latin typeface="Calibri"/>
                <a:cs typeface="Calibri"/>
                <a:sym typeface="Calibri"/>
                <a:rtl val="0"/>
              </a:rPr>
              <a:t>implementation</a:t>
            </a:r>
            <a:r>
              <a:rPr lang="it-IT" sz="4000" b="1" i="1" spc="0" baseline="0" noProof="0" dirty="0">
                <a:solidFill>
                  <a:srgbClr val="4073A4"/>
                </a:solidFill>
                <a:latin typeface="Calibri"/>
                <a:cs typeface="Calibri"/>
                <a:sym typeface="Calibri"/>
                <a:rtl val="0"/>
              </a:rPr>
              <a:t>: La Pipeline in azione</a:t>
            </a:r>
          </a:p>
        </p:txBody>
      </p:sp>
      <p:sp>
        <p:nvSpPr>
          <p:cNvPr id="8" name="Rectangle 56">
            <a:extLst>
              <a:ext uri="{FF2B5EF4-FFF2-40B4-BE49-F238E27FC236}">
                <a16:creationId xmlns:a16="http://schemas.microsoft.com/office/drawing/2014/main" id="{188F8496-66C1-D0AC-CF01-BDBC27ABDD2F}"/>
              </a:ext>
            </a:extLst>
          </p:cNvPr>
          <p:cNvSpPr/>
          <p:nvPr/>
        </p:nvSpPr>
        <p:spPr>
          <a:xfrm rot="2700000">
            <a:off x="2654587" y="261992"/>
            <a:ext cx="785749" cy="785751"/>
          </a:xfrm>
          <a:prstGeom prst="rect">
            <a:avLst/>
          </a:prstGeom>
          <a:gradFill flip="none" rotWithShape="1">
            <a:gsLst>
              <a:gs pos="22000">
                <a:srgbClr val="4C88C2"/>
              </a:gs>
              <a:gs pos="66400">
                <a:srgbClr val="3E6F9E"/>
              </a:gs>
              <a:gs pos="0">
                <a:srgbClr val="5191CE"/>
              </a:gs>
              <a:gs pos="100000">
                <a:srgbClr val="355E86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9DF2BA34-7B64-EDDD-5A82-86E73F0BC9E7}"/>
              </a:ext>
            </a:extLst>
          </p:cNvPr>
          <p:cNvSpPr txBox="1"/>
          <p:nvPr/>
        </p:nvSpPr>
        <p:spPr>
          <a:xfrm>
            <a:off x="2602114" y="285392"/>
            <a:ext cx="900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i="1" noProof="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323A41B-48FD-7B93-8A9A-2D2937A0D7BA}"/>
              </a:ext>
            </a:extLst>
          </p:cNvPr>
          <p:cNvSpPr/>
          <p:nvPr/>
        </p:nvSpPr>
        <p:spPr>
          <a:xfrm>
            <a:off x="1527251" y="1470120"/>
            <a:ext cx="9244581" cy="5194678"/>
          </a:xfrm>
          <a:prstGeom prst="roundRect">
            <a:avLst>
              <a:gd name="adj" fmla="val 899"/>
            </a:avLst>
          </a:prstGeom>
          <a:solidFill>
            <a:srgbClr val="4073A4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prova 2">
            <a:hlinkClick r:id="" action="ppaction://media"/>
            <a:extLst>
              <a:ext uri="{FF2B5EF4-FFF2-40B4-BE49-F238E27FC236}">
                <a16:creationId xmlns:a16="http://schemas.microsoft.com/office/drawing/2014/main" id="{5ABC6706-002A-3460-3873-8DDFB0F068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08552" y="1576449"/>
            <a:ext cx="8867708" cy="498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8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3575-7536-2FCF-4A4B-3285947F1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5AB57E30-63BC-D797-25A8-9208B304E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92" name="Immagine 91" descr="Immagine che contiene schermata, diagramma, cerchio&#10;&#10;Il contenuto generato dall'IA potrebbe non essere corretto.">
            <a:extLst>
              <a:ext uri="{FF2B5EF4-FFF2-40B4-BE49-F238E27FC236}">
                <a16:creationId xmlns:a16="http://schemas.microsoft.com/office/drawing/2014/main" id="{CCECA51B-76D6-0E61-7045-AE7D0561EA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91" y="336855"/>
            <a:ext cx="1593460" cy="641578"/>
          </a:xfrm>
          <a:prstGeom prst="rect">
            <a:avLst/>
          </a:prstGeom>
        </p:spPr>
      </p:pic>
      <p:pic>
        <p:nvPicPr>
          <p:cNvPr id="94" name="Immagine 93" descr="Immagine che contiene cerchio, emblema, simbolo, arte&#10;&#10;Il contenuto generato dall'IA potrebbe non essere corretto.">
            <a:extLst>
              <a:ext uri="{FF2B5EF4-FFF2-40B4-BE49-F238E27FC236}">
                <a16:creationId xmlns:a16="http://schemas.microsoft.com/office/drawing/2014/main" id="{A9E0F8E1-7373-CE71-3502-A0285D8D8A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49" y="99258"/>
            <a:ext cx="1109024" cy="1112756"/>
          </a:xfrm>
          <a:prstGeom prst="rect">
            <a:avLst/>
          </a:prstGeom>
        </p:spPr>
      </p:pic>
      <p:sp>
        <p:nvSpPr>
          <p:cNvPr id="2" name="TextBox 130">
            <a:extLst>
              <a:ext uri="{FF2B5EF4-FFF2-40B4-BE49-F238E27FC236}">
                <a16:creationId xmlns:a16="http://schemas.microsoft.com/office/drawing/2014/main" id="{1A52CF85-C3ED-610B-2A15-C871D12CB3BE}"/>
              </a:ext>
            </a:extLst>
          </p:cNvPr>
          <p:cNvSpPr txBox="1"/>
          <p:nvPr/>
        </p:nvSpPr>
        <p:spPr>
          <a:xfrm>
            <a:off x="4428893" y="60768"/>
            <a:ext cx="47499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500" b="1" i="1" spc="0" baseline="0" noProof="0" dirty="0" err="1">
                <a:solidFill>
                  <a:srgbClr val="257E8F"/>
                </a:solidFill>
                <a:cs typeface="Calibri"/>
                <a:sym typeface="Calibri"/>
                <a:rtl val="0"/>
              </a:rPr>
              <a:t>Conclusions</a:t>
            </a:r>
            <a:r>
              <a:rPr lang="it-IT" sz="4500" b="1" i="1" spc="0" baseline="0" noProof="0" dirty="0">
                <a:solidFill>
                  <a:srgbClr val="257E8F"/>
                </a:solidFill>
                <a:cs typeface="Calibri"/>
                <a:sym typeface="Calibri"/>
                <a:rtl val="0"/>
              </a:rPr>
              <a:t> and Future Works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D76F1B9-4E45-0BCC-6203-D75790970105}"/>
              </a:ext>
            </a:extLst>
          </p:cNvPr>
          <p:cNvGrpSpPr/>
          <p:nvPr/>
        </p:nvGrpSpPr>
        <p:grpSpPr>
          <a:xfrm>
            <a:off x="1651037" y="474015"/>
            <a:ext cx="2856129" cy="1126481"/>
            <a:chOff x="1651037" y="336855"/>
            <a:chExt cx="2856129" cy="1126481"/>
          </a:xfrm>
        </p:grpSpPr>
        <p:sp>
          <p:nvSpPr>
            <p:cNvPr id="46" name="Isosceles Triangle 70">
              <a:extLst>
                <a:ext uri="{FF2B5EF4-FFF2-40B4-BE49-F238E27FC236}">
                  <a16:creationId xmlns:a16="http://schemas.microsoft.com/office/drawing/2014/main" id="{4EA7CD7F-EEE5-C386-DFE8-2185FB9F1446}"/>
                </a:ext>
              </a:extLst>
            </p:cNvPr>
            <p:cNvSpPr/>
            <p:nvPr/>
          </p:nvSpPr>
          <p:spPr>
            <a:xfrm rot="10800000">
              <a:off x="2707165" y="653335"/>
              <a:ext cx="1800001" cy="810001"/>
            </a:xfrm>
            <a:prstGeom prst="triangle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1943A2EC-481A-FC8D-678D-F0F0BF993FE4}"/>
                </a:ext>
              </a:extLst>
            </p:cNvPr>
            <p:cNvGrpSpPr/>
            <p:nvPr/>
          </p:nvGrpSpPr>
          <p:grpSpPr>
            <a:xfrm>
              <a:off x="1651037" y="336855"/>
              <a:ext cx="2410781" cy="1037573"/>
              <a:chOff x="1651037" y="336855"/>
              <a:chExt cx="2410781" cy="1037573"/>
            </a:xfrm>
          </p:grpSpPr>
          <p:grpSp>
            <p:nvGrpSpPr>
              <p:cNvPr id="5" name="Group 16">
                <a:extLst>
                  <a:ext uri="{FF2B5EF4-FFF2-40B4-BE49-F238E27FC236}">
                    <a16:creationId xmlns:a16="http://schemas.microsoft.com/office/drawing/2014/main" id="{88137EEE-6D87-AF05-B699-B634355B9E5F}"/>
                  </a:ext>
                </a:extLst>
              </p:cNvPr>
              <p:cNvGrpSpPr/>
              <p:nvPr/>
            </p:nvGrpSpPr>
            <p:grpSpPr>
              <a:xfrm>
                <a:off x="1651037" y="336855"/>
                <a:ext cx="2382413" cy="1037573"/>
                <a:chOff x="8887219" y="317300"/>
                <a:chExt cx="5120176" cy="2229908"/>
              </a:xfrm>
            </p:grpSpPr>
            <p:sp>
              <p:nvSpPr>
                <p:cNvPr id="10" name="Rectangle 51">
                  <a:extLst>
                    <a:ext uri="{FF2B5EF4-FFF2-40B4-BE49-F238E27FC236}">
                      <a16:creationId xmlns:a16="http://schemas.microsoft.com/office/drawing/2014/main" id="{22F9688F-FE3E-F486-9E6F-82414B6D2996}"/>
                    </a:ext>
                  </a:extLst>
                </p:cNvPr>
                <p:cNvSpPr/>
                <p:nvPr/>
              </p:nvSpPr>
              <p:spPr>
                <a:xfrm rot="2700000">
                  <a:off x="12301231" y="317300"/>
                  <a:ext cx="1706163" cy="1706164"/>
                </a:xfrm>
                <a:prstGeom prst="rect">
                  <a:avLst/>
                </a:prstGeom>
                <a:gradFill flip="none" rotWithShape="1">
                  <a:gsLst>
                    <a:gs pos="17000">
                      <a:srgbClr val="34B2CA"/>
                    </a:gs>
                    <a:gs pos="66000">
                      <a:srgbClr val="257E8F"/>
                    </a:gs>
                    <a:gs pos="0">
                      <a:srgbClr val="39C1DB"/>
                    </a:gs>
                    <a:gs pos="100000">
                      <a:srgbClr val="257E8F"/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noProof="0" dirty="0"/>
                </a:p>
              </p:txBody>
            </p:sp>
            <p:pic>
              <p:nvPicPr>
                <p:cNvPr id="8" name="Graphic 117" descr="Bullseye outline">
                  <a:extLst>
                    <a:ext uri="{FF2B5EF4-FFF2-40B4-BE49-F238E27FC236}">
                      <a16:creationId xmlns:a16="http://schemas.microsoft.com/office/drawing/2014/main" id="{BC3998C4-09C2-7C6F-E3D5-18E15EAD14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87219" y="1921612"/>
                  <a:ext cx="625596" cy="625596"/>
                </a:xfrm>
                <a:prstGeom prst="rect">
                  <a:avLst/>
                </a:prstGeom>
              </p:spPr>
            </p:pic>
          </p:grpSp>
          <p:sp>
            <p:nvSpPr>
              <p:cNvPr id="43" name="TextBox 17">
                <a:extLst>
                  <a:ext uri="{FF2B5EF4-FFF2-40B4-BE49-F238E27FC236}">
                    <a16:creationId xmlns:a16="http://schemas.microsoft.com/office/drawing/2014/main" id="{100A9DBB-A298-2483-771D-71DF3033D376}"/>
                  </a:ext>
                </a:extLst>
              </p:cNvPr>
              <p:cNvSpPr txBox="1"/>
              <p:nvPr/>
            </p:nvSpPr>
            <p:spPr>
              <a:xfrm>
                <a:off x="3161817" y="362627"/>
                <a:ext cx="9000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4000" b="1" i="1" noProof="0" dirty="0">
                    <a:solidFill>
                      <a:schemeClr val="bg1"/>
                    </a:solidFill>
                  </a:rPr>
                  <a:t>05</a:t>
                </a:r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CC976BE-70EF-5E44-6EEB-B038C8DD38E7}"/>
              </a:ext>
            </a:extLst>
          </p:cNvPr>
          <p:cNvSpPr txBox="1"/>
          <p:nvPr/>
        </p:nvSpPr>
        <p:spPr>
          <a:xfrm>
            <a:off x="627093" y="1674917"/>
            <a:ext cx="1587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srgbClr val="257E8F"/>
                </a:solidFill>
              </a:rPr>
              <a:t>RAGGIUNTI</a:t>
            </a:r>
            <a:endParaRPr lang="it-IT" sz="2000" dirty="0">
              <a:solidFill>
                <a:srgbClr val="257E8F"/>
              </a:solidFill>
            </a:endParaRP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9B667E1-D9A1-6B69-E46B-3094F50AE109}"/>
              </a:ext>
            </a:extLst>
          </p:cNvPr>
          <p:cNvCxnSpPr>
            <a:cxnSpLocks/>
          </p:cNvCxnSpPr>
          <p:nvPr/>
        </p:nvCxnSpPr>
        <p:spPr>
          <a:xfrm>
            <a:off x="695263" y="2208380"/>
            <a:ext cx="47499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63FC24FE-9D75-21E1-6780-583B75B066C6}"/>
              </a:ext>
            </a:extLst>
          </p:cNvPr>
          <p:cNvCxnSpPr>
            <a:cxnSpLocks/>
          </p:cNvCxnSpPr>
          <p:nvPr/>
        </p:nvCxnSpPr>
        <p:spPr>
          <a:xfrm>
            <a:off x="695262" y="3678302"/>
            <a:ext cx="47499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06255588-576F-0D17-8EF1-610F2531A72C}"/>
              </a:ext>
            </a:extLst>
          </p:cNvPr>
          <p:cNvCxnSpPr>
            <a:cxnSpLocks/>
          </p:cNvCxnSpPr>
          <p:nvPr/>
        </p:nvCxnSpPr>
        <p:spPr>
          <a:xfrm>
            <a:off x="695262" y="5158056"/>
            <a:ext cx="47499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047F7CC-76A3-BED6-D71B-4C5A3885011B}"/>
              </a:ext>
            </a:extLst>
          </p:cNvPr>
          <p:cNvSpPr txBox="1"/>
          <p:nvPr/>
        </p:nvSpPr>
        <p:spPr>
          <a:xfrm>
            <a:off x="1422849" y="2364220"/>
            <a:ext cx="3267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Robustezza e Accuratezza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85FE963-7941-CF09-D726-4A790AE1820F}"/>
              </a:ext>
            </a:extLst>
          </p:cNvPr>
          <p:cNvSpPr txBox="1"/>
          <p:nvPr/>
        </p:nvSpPr>
        <p:spPr>
          <a:xfrm>
            <a:off x="1422849" y="3809318"/>
            <a:ext cx="3433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Efficienza Computazionale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49EB6D4-063E-7FBE-EC7F-3DDD6B4D7D3A}"/>
              </a:ext>
            </a:extLst>
          </p:cNvPr>
          <p:cNvSpPr txBox="1"/>
          <p:nvPr/>
        </p:nvSpPr>
        <p:spPr>
          <a:xfrm>
            <a:off x="1438070" y="5332884"/>
            <a:ext cx="2693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Good </a:t>
            </a:r>
            <a:r>
              <a:rPr lang="it-IT" sz="2000" b="1" dirty="0" err="1"/>
              <a:t>Localization</a:t>
            </a:r>
            <a:endParaRPr lang="it-IT" sz="2000" b="1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DF63B02-F853-8CBF-57B2-F8B1862B20E4}"/>
              </a:ext>
            </a:extLst>
          </p:cNvPr>
          <p:cNvSpPr txBox="1"/>
          <p:nvPr/>
        </p:nvSpPr>
        <p:spPr>
          <a:xfrm>
            <a:off x="1422849" y="2734178"/>
            <a:ext cx="4022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Isolamento ad altissima fedeltà clinica grazie allo </a:t>
            </a:r>
            <a:r>
              <a:rPr lang="it-IT" sz="1600" dirty="0" err="1"/>
              <a:t>Skull</a:t>
            </a:r>
            <a:r>
              <a:rPr lang="it-IT" sz="1600" dirty="0"/>
              <a:t> Stripping morfologico, insensibile a rotazioni e spessore cranico.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31B718C-8320-8CC3-85EE-D89ED0F5B8FC}"/>
              </a:ext>
            </a:extLst>
          </p:cNvPr>
          <p:cNvSpPr txBox="1"/>
          <p:nvPr/>
        </p:nvSpPr>
        <p:spPr>
          <a:xfrm>
            <a:off x="1422849" y="4199596"/>
            <a:ext cx="4205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Segmentazione ultra-rapida basata su matrici logiche booleane, con tempistiche operative idonee alla diagnostica in real-time.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15E059B9-75E3-DA15-9F4F-61906C111B8C}"/>
              </a:ext>
            </a:extLst>
          </p:cNvPr>
          <p:cNvSpPr txBox="1"/>
          <p:nvPr/>
        </p:nvSpPr>
        <p:spPr>
          <a:xfrm>
            <a:off x="1422849" y="5723563"/>
            <a:ext cx="42972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Il Gradiente Morfologico assottigliato abbatte i falsi bordi e il rumore di fondo, superando nettamente il benchmark di </a:t>
            </a:r>
            <a:r>
              <a:rPr lang="it-IT" sz="1600" dirty="0" err="1"/>
              <a:t>Canny</a:t>
            </a:r>
            <a:r>
              <a:rPr lang="it-IT" sz="1600" dirty="0"/>
              <a:t>.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7CC56D2D-6E36-F6DD-28CB-E39A91808FE3}"/>
              </a:ext>
            </a:extLst>
          </p:cNvPr>
          <p:cNvSpPr txBox="1"/>
          <p:nvPr/>
        </p:nvSpPr>
        <p:spPr>
          <a:xfrm>
            <a:off x="6182892" y="1674917"/>
            <a:ext cx="17691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srgbClr val="DB7129"/>
                </a:solidFill>
              </a:rPr>
              <a:t>EVOLUZIONE</a:t>
            </a:r>
            <a:endParaRPr lang="it-IT" sz="2000" dirty="0">
              <a:solidFill>
                <a:srgbClr val="DB7129"/>
              </a:solidFill>
            </a:endParaRP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67972B06-E048-850D-08AC-D3461FE113A6}"/>
              </a:ext>
            </a:extLst>
          </p:cNvPr>
          <p:cNvCxnSpPr>
            <a:cxnSpLocks/>
          </p:cNvCxnSpPr>
          <p:nvPr/>
        </p:nvCxnSpPr>
        <p:spPr>
          <a:xfrm>
            <a:off x="6251062" y="2208380"/>
            <a:ext cx="47499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BA8C89B3-DEA0-5293-2A1F-1F8B1E608B85}"/>
              </a:ext>
            </a:extLst>
          </p:cNvPr>
          <p:cNvCxnSpPr>
            <a:cxnSpLocks/>
          </p:cNvCxnSpPr>
          <p:nvPr/>
        </p:nvCxnSpPr>
        <p:spPr>
          <a:xfrm>
            <a:off x="6251061" y="3678302"/>
            <a:ext cx="47499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A1D330A1-F950-D001-FDB3-78FB4DBC8C67}"/>
              </a:ext>
            </a:extLst>
          </p:cNvPr>
          <p:cNvCxnSpPr>
            <a:cxnSpLocks/>
          </p:cNvCxnSpPr>
          <p:nvPr/>
        </p:nvCxnSpPr>
        <p:spPr>
          <a:xfrm>
            <a:off x="6251061" y="5158056"/>
            <a:ext cx="47499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BDE2596-57B4-3C38-D812-BED4604379E8}"/>
              </a:ext>
            </a:extLst>
          </p:cNvPr>
          <p:cNvSpPr txBox="1"/>
          <p:nvPr/>
        </p:nvSpPr>
        <p:spPr>
          <a:xfrm>
            <a:off x="6978648" y="2338820"/>
            <a:ext cx="40223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Standardizzazione radiometrica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B1ADEDD-9C4B-8186-478F-17D2C0327A71}"/>
              </a:ext>
            </a:extLst>
          </p:cNvPr>
          <p:cNvSpPr txBox="1"/>
          <p:nvPr/>
        </p:nvSpPr>
        <p:spPr>
          <a:xfrm>
            <a:off x="6978648" y="3820398"/>
            <a:ext cx="4644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Equalizzazione adattiva senza artefatti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B8960BB5-8AE4-9F56-AF87-11CF2BB24872}"/>
              </a:ext>
            </a:extLst>
          </p:cNvPr>
          <p:cNvSpPr txBox="1"/>
          <p:nvPr/>
        </p:nvSpPr>
        <p:spPr>
          <a:xfrm>
            <a:off x="6993869" y="5352279"/>
            <a:ext cx="4007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/>
              <a:t>Estrazione dei "dettagli silenti"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08A2D5B-CF67-1EB8-9F13-E9410719FB6E}"/>
              </a:ext>
            </a:extLst>
          </p:cNvPr>
          <p:cNvSpPr txBox="1"/>
          <p:nvPr/>
        </p:nvSpPr>
        <p:spPr>
          <a:xfrm>
            <a:off x="6978648" y="2729098"/>
            <a:ext cx="45563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Applicazione dell'</a:t>
            </a:r>
            <a:r>
              <a:rPr lang="it-IT" sz="1600" dirty="0" err="1"/>
              <a:t>Histogram</a:t>
            </a:r>
            <a:r>
              <a:rPr lang="it-IT" sz="1600" dirty="0"/>
              <a:t> Matching per uniformare le distribuzioni di intensità e stabilizzare la </a:t>
            </a:r>
            <a:r>
              <a:rPr lang="it-IT" sz="1600" dirty="0" err="1"/>
              <a:t>sogliatura</a:t>
            </a:r>
            <a:r>
              <a:rPr lang="it-IT" sz="1600" dirty="0"/>
              <a:t> a monte.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C74A172-FE93-7061-3778-9B16CE5ECA0F}"/>
              </a:ext>
            </a:extLst>
          </p:cNvPr>
          <p:cNvSpPr txBox="1"/>
          <p:nvPr/>
        </p:nvSpPr>
        <p:spPr>
          <a:xfrm>
            <a:off x="6978648" y="4210676"/>
            <a:ext cx="46443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Integrazione dell'algoritmo CLAHE per operare su porzioni spaziali interpolate, ponendo un limite all'amplificazione fisiologica del rumore.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F450E325-FE7E-F33B-61A3-D99F16E6D1C2}"/>
              </a:ext>
            </a:extLst>
          </p:cNvPr>
          <p:cNvSpPr txBox="1"/>
          <p:nvPr/>
        </p:nvSpPr>
        <p:spPr>
          <a:xfrm>
            <a:off x="6978649" y="5742958"/>
            <a:ext cx="4837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Implementazione della trasformata SMQT per far emergere lesioni a contrasto quasi nullo, superando i limiti fisici delle classiche trasformazioni Power-</a:t>
            </a:r>
            <a:r>
              <a:rPr lang="it-IT" sz="1600" dirty="0" err="1"/>
              <a:t>Law</a:t>
            </a:r>
            <a:r>
              <a:rPr lang="it-IT" sz="1600" dirty="0"/>
              <a:t>.</a:t>
            </a:r>
          </a:p>
        </p:txBody>
      </p:sp>
      <p:pic>
        <p:nvPicPr>
          <p:cNvPr id="44" name="Immagine 43" descr="Immagine che contiene Elementi grafici, simbolo, cerchio, logo&#10;&#10;Il contenuto generato dall'IA potrebbe non essere corretto.">
            <a:extLst>
              <a:ext uri="{FF2B5EF4-FFF2-40B4-BE49-F238E27FC236}">
                <a16:creationId xmlns:a16="http://schemas.microsoft.com/office/drawing/2014/main" id="{45D4724D-9FDA-E5DB-4566-8ED62CCDEB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66" y="2714330"/>
            <a:ext cx="448191" cy="448191"/>
          </a:xfrm>
          <a:prstGeom prst="rect">
            <a:avLst/>
          </a:prstGeom>
        </p:spPr>
      </p:pic>
      <p:pic>
        <p:nvPicPr>
          <p:cNvPr id="47" name="Immagine 46" descr="Immagine che contiene simbolo, Elementi grafici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90B9AD2-6368-7EB1-3EDB-76B44C3B86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163" y="5586540"/>
            <a:ext cx="554145" cy="554145"/>
          </a:xfrm>
          <a:prstGeom prst="rect">
            <a:avLst/>
          </a:prstGeom>
        </p:spPr>
      </p:pic>
      <p:pic>
        <p:nvPicPr>
          <p:cNvPr id="49" name="Immagine 48" descr="Immagine che contiene simbolo, arte, Simmetria&#10;&#10;Il contenuto generato dall'IA potrebbe non essere corretto.">
            <a:extLst>
              <a:ext uri="{FF2B5EF4-FFF2-40B4-BE49-F238E27FC236}">
                <a16:creationId xmlns:a16="http://schemas.microsoft.com/office/drawing/2014/main" id="{E1D601CE-9A52-D739-6B33-66407BDD6A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224" y="4106787"/>
            <a:ext cx="554145" cy="554145"/>
          </a:xfrm>
          <a:prstGeom prst="rect">
            <a:avLst/>
          </a:prstGeom>
        </p:spPr>
      </p:pic>
      <p:pic>
        <p:nvPicPr>
          <p:cNvPr id="51" name="Immagine 50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AFD0F3BB-C1DB-D188-5A85-740DEBD4D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224" y="2615075"/>
            <a:ext cx="549084" cy="549084"/>
          </a:xfrm>
          <a:prstGeom prst="rect">
            <a:avLst/>
          </a:prstGeom>
        </p:spPr>
      </p:pic>
      <p:pic>
        <p:nvPicPr>
          <p:cNvPr id="53" name="Immagine 52" descr="Immagine che contiene Elementi grafici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4E8E1412-357C-45AA-71AA-C2919A03FF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59" y="5687717"/>
            <a:ext cx="454098" cy="454098"/>
          </a:xfrm>
          <a:prstGeom prst="rect">
            <a:avLst/>
          </a:prstGeom>
        </p:spPr>
      </p:pic>
      <p:pic>
        <p:nvPicPr>
          <p:cNvPr id="55" name="Immagine 54" descr="Immagine che contiene simbolo, cerchi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DD51ADE3-F4A4-B323-2140-5942ABEEBC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59" y="4176339"/>
            <a:ext cx="454098" cy="45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4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581D-69FC-80FA-159B-8D685298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 2">
            <a:extLst>
              <a:ext uri="{FF2B5EF4-FFF2-40B4-BE49-F238E27FC236}">
                <a16:creationId xmlns:a16="http://schemas.microsoft.com/office/drawing/2014/main" id="{B1DC4C96-770D-1F18-3BDC-360C67B292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8113" y="-133442"/>
            <a:ext cx="12496800" cy="7053842"/>
          </a:xfrm>
          <a:custGeom>
            <a:avLst/>
            <a:gdLst/>
            <a:ahLst/>
            <a:cxnLst/>
            <a:rect l="l" t="t" r="r" b="b"/>
            <a:pathLst>
              <a:path w="18288000" h="25603200">
                <a:moveTo>
                  <a:pt x="0" y="0"/>
                </a:moveTo>
                <a:lnTo>
                  <a:pt x="18288000" y="0"/>
                </a:lnTo>
                <a:lnTo>
                  <a:pt x="18288000" y="25603200"/>
                </a:lnTo>
                <a:lnTo>
                  <a:pt x="0" y="2560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pic>
        <p:nvPicPr>
          <p:cNvPr id="3" name="Immagine 2" descr="Immagine che contiene testo, schermata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BD496F29-3843-A38F-9A01-0D95621E7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096" y="-440116"/>
            <a:ext cx="3817531" cy="2139497"/>
          </a:xfrm>
          <a:prstGeom prst="rect">
            <a:avLst/>
          </a:prstGeom>
        </p:spPr>
      </p:pic>
      <p:pic>
        <p:nvPicPr>
          <p:cNvPr id="4" name="Immagine 3" descr="Immagine che contiene testo, cerchio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473B63D-3D1D-8B5E-0C10-E059B91178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3" y="-280224"/>
            <a:ext cx="3050057" cy="195329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4332CEE-30C9-F25C-460F-883A03EF3DA9}"/>
              </a:ext>
            </a:extLst>
          </p:cNvPr>
          <p:cNvSpPr txBox="1"/>
          <p:nvPr/>
        </p:nvSpPr>
        <p:spPr>
          <a:xfrm>
            <a:off x="2345005" y="2586933"/>
            <a:ext cx="8040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i="1" noProof="0" dirty="0">
                <a:solidFill>
                  <a:srgbClr val="173D6D"/>
                </a:solidFill>
              </a:rPr>
              <a:t>Grazie per l’attenzione!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00B90B2-E52B-4EF4-B813-444B8EFEE71F}"/>
              </a:ext>
            </a:extLst>
          </p:cNvPr>
          <p:cNvSpPr txBox="1"/>
          <p:nvPr/>
        </p:nvSpPr>
        <p:spPr>
          <a:xfrm>
            <a:off x="3625036" y="5655675"/>
            <a:ext cx="3199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173D6D"/>
                </a:solidFill>
              </a:rPr>
              <a:t>Email:</a:t>
            </a:r>
          </a:p>
          <a:p>
            <a:r>
              <a:rPr lang="it-IT" dirty="0"/>
              <a:t>a.patruno7@studenti.poliba.it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24C4FB7-876C-9C9F-0078-D8D314B4538C}"/>
              </a:ext>
            </a:extLst>
          </p:cNvPr>
          <p:cNvSpPr txBox="1"/>
          <p:nvPr/>
        </p:nvSpPr>
        <p:spPr>
          <a:xfrm>
            <a:off x="1016828" y="5675702"/>
            <a:ext cx="3199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173D6D"/>
                </a:solidFill>
              </a:rPr>
              <a:t>Studente:</a:t>
            </a:r>
          </a:p>
          <a:p>
            <a:r>
              <a:rPr lang="it-IT" dirty="0"/>
              <a:t>Andrea Patruno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E672A8C-797A-480F-A149-07C3220FCE3B}"/>
              </a:ext>
            </a:extLst>
          </p:cNvPr>
          <p:cNvSpPr txBox="1"/>
          <p:nvPr/>
        </p:nvSpPr>
        <p:spPr>
          <a:xfrm>
            <a:off x="3625037" y="4933577"/>
            <a:ext cx="3199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173D6D"/>
                </a:solidFill>
              </a:rPr>
              <a:t>Email:</a:t>
            </a:r>
          </a:p>
          <a:p>
            <a:r>
              <a:rPr lang="it-IT" dirty="0"/>
              <a:t>i.colella@studenti.poliba.it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D75CB7A-180C-67E9-16BC-BB9484D9BFE5}"/>
              </a:ext>
            </a:extLst>
          </p:cNvPr>
          <p:cNvSpPr txBox="1"/>
          <p:nvPr/>
        </p:nvSpPr>
        <p:spPr>
          <a:xfrm>
            <a:off x="1016828" y="4933577"/>
            <a:ext cx="3199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173D6D"/>
                </a:solidFill>
              </a:rPr>
              <a:t>Studente:</a:t>
            </a:r>
          </a:p>
          <a:p>
            <a:r>
              <a:rPr lang="it-IT" dirty="0"/>
              <a:t>Ivan Giacomo Colella</a:t>
            </a:r>
          </a:p>
        </p:txBody>
      </p:sp>
    </p:spTree>
    <p:extLst>
      <p:ext uri="{BB962C8B-B14F-4D97-AF65-F5344CB8AC3E}">
        <p14:creationId xmlns:p14="http://schemas.microsoft.com/office/powerpoint/2010/main" val="2123829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6" grpId="0"/>
      <p:bldP spid="18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98AC74965BFCC4CA3315FFF692EBB32" ma:contentTypeVersion="15" ma:contentTypeDescription="Creare un nuovo documento." ma:contentTypeScope="" ma:versionID="6a24edd11e1eb5176acb115091bbb79e">
  <xsd:schema xmlns:xsd="http://www.w3.org/2001/XMLSchema" xmlns:xs="http://www.w3.org/2001/XMLSchema" xmlns:p="http://schemas.microsoft.com/office/2006/metadata/properties" xmlns:ns3="a3ce158b-ec14-46ff-a44b-3134233168ec" xmlns:ns4="123cce8b-2130-4c77-9c27-8d723a159b71" targetNamespace="http://schemas.microsoft.com/office/2006/metadata/properties" ma:root="true" ma:fieldsID="ec5d7d20aa3051028feefecd13031394" ns3:_="" ns4:_="">
    <xsd:import namespace="a3ce158b-ec14-46ff-a44b-3134233168ec"/>
    <xsd:import namespace="123cce8b-2130-4c77-9c27-8d723a159b7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SearchPropertie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ce158b-ec14-46ff-a44b-3134233168e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cce8b-2130-4c77-9c27-8d723a159b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3cce8b-2130-4c77-9c27-8d723a159b71" xsi:nil="true"/>
  </documentManagement>
</p:properties>
</file>

<file path=customXml/itemProps1.xml><?xml version="1.0" encoding="utf-8"?>
<ds:datastoreItem xmlns:ds="http://schemas.openxmlformats.org/officeDocument/2006/customXml" ds:itemID="{98C56FD0-AD7C-4D89-921D-D4322ABAEA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761B28-46B2-4DBE-83D8-2A07B8D6A1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ce158b-ec14-46ff-a44b-3134233168ec"/>
    <ds:schemaRef ds:uri="123cce8b-2130-4c77-9c27-8d723a159b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5879B5-1F5A-4E45-8916-8EA52425E7CA}">
  <ds:schemaRefs>
    <ds:schemaRef ds:uri="a3ce158b-ec14-46ff-a44b-3134233168ec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123cce8b-2130-4c77-9c27-8d723a159b71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10333</TotalTime>
  <Words>1295</Words>
  <Application>Microsoft Office PowerPoint</Application>
  <PresentationFormat>Widescreen</PresentationFormat>
  <Paragraphs>157</Paragraphs>
  <Slides>13</Slides>
  <Notes>13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Palatino Linotype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COLELLA IVAN GIACOMO</dc:creator>
  <cp:lastModifiedBy>COLELLA IVAN GIACOMO</cp:lastModifiedBy>
  <cp:revision>37</cp:revision>
  <dcterms:created xsi:type="dcterms:W3CDTF">2025-04-18T16:26:29Z</dcterms:created>
  <dcterms:modified xsi:type="dcterms:W3CDTF">2026-04-20T16:34:28Z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0x010100B98AC74965BFCC4CA3315FFF692EBB32</vt:lpwstr>
  </property>
</Properties>
</file>